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92" r:id="rId2"/>
    <p:sldId id="294" r:id="rId3"/>
    <p:sldId id="295" r:id="rId4"/>
    <p:sldId id="296" r:id="rId5"/>
    <p:sldId id="297" r:id="rId6"/>
    <p:sldId id="298" r:id="rId7"/>
    <p:sldId id="299" r:id="rId8"/>
    <p:sldId id="301" r:id="rId9"/>
    <p:sldId id="300" r:id="rId10"/>
    <p:sldId id="302" r:id="rId11"/>
    <p:sldId id="303" r:id="rId12"/>
    <p:sldId id="29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45" autoAdjust="0"/>
    <p:restoredTop sz="96260" autoAdjust="0"/>
  </p:normalViewPr>
  <p:slideViewPr>
    <p:cSldViewPr snapToGrid="0">
      <p:cViewPr varScale="1">
        <p:scale>
          <a:sx n="103" d="100"/>
          <a:sy n="103" d="100"/>
        </p:scale>
        <p:origin x="208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6A8599-2ED5-6646-AED1-F4FEEE3CF4C6}" type="doc">
      <dgm:prSet loTypeId="urn:microsoft.com/office/officeart/2005/8/layout/process1" loCatId="" qsTypeId="urn:microsoft.com/office/officeart/2005/8/quickstyle/simple1" qsCatId="simple" csTypeId="urn:microsoft.com/office/officeart/2005/8/colors/colorful1" csCatId="colorful" phldr="1"/>
      <dgm:spPr/>
    </dgm:pt>
    <dgm:pt modelId="{ED5E9AC5-A525-3F47-B8AD-1F877A39ABDB}">
      <dgm:prSet phldrT="[Text]"/>
      <dgm:spPr/>
      <dgm:t>
        <a:bodyPr/>
        <a:lstStyle/>
        <a:p>
          <a:r>
            <a:rPr lang="en-US" dirty="0"/>
            <a:t>Design</a:t>
          </a:r>
        </a:p>
      </dgm:t>
    </dgm:pt>
    <dgm:pt modelId="{04B89AC4-0251-7740-93F2-4AC7B9DD9755}" type="parTrans" cxnId="{86270331-E14E-474A-932D-A1E927047A7F}">
      <dgm:prSet/>
      <dgm:spPr/>
      <dgm:t>
        <a:bodyPr/>
        <a:lstStyle/>
        <a:p>
          <a:endParaRPr lang="en-US"/>
        </a:p>
      </dgm:t>
    </dgm:pt>
    <dgm:pt modelId="{883ED820-8E6A-2C45-A205-8F8FF548FFFB}" type="sibTrans" cxnId="{86270331-E14E-474A-932D-A1E927047A7F}">
      <dgm:prSet/>
      <dgm:spPr/>
      <dgm:t>
        <a:bodyPr/>
        <a:lstStyle/>
        <a:p>
          <a:endParaRPr lang="en-US"/>
        </a:p>
      </dgm:t>
    </dgm:pt>
    <dgm:pt modelId="{307CBAF4-3B62-6D48-A2A6-61EA980CC9DD}">
      <dgm:prSet phldrT="[Text]"/>
      <dgm:spPr/>
      <dgm:t>
        <a:bodyPr/>
        <a:lstStyle/>
        <a:p>
          <a:r>
            <a:rPr lang="en-US" dirty="0"/>
            <a:t>Code</a:t>
          </a:r>
        </a:p>
      </dgm:t>
    </dgm:pt>
    <dgm:pt modelId="{0086114C-3934-954A-99D1-8F97713E985D}" type="parTrans" cxnId="{346C2A06-8DC0-6948-AF8B-8A7BCB20EB40}">
      <dgm:prSet/>
      <dgm:spPr/>
      <dgm:t>
        <a:bodyPr/>
        <a:lstStyle/>
        <a:p>
          <a:endParaRPr lang="en-US"/>
        </a:p>
      </dgm:t>
    </dgm:pt>
    <dgm:pt modelId="{85E3B444-9593-6049-ABB5-5ACDC338E21E}" type="sibTrans" cxnId="{346C2A06-8DC0-6948-AF8B-8A7BCB20EB40}">
      <dgm:prSet/>
      <dgm:spPr/>
      <dgm:t>
        <a:bodyPr/>
        <a:lstStyle/>
        <a:p>
          <a:endParaRPr lang="en-US"/>
        </a:p>
      </dgm:t>
    </dgm:pt>
    <dgm:pt modelId="{F3344082-6659-7547-BDA7-5400579419E4}">
      <dgm:prSet phldrT="[Text]"/>
      <dgm:spPr/>
      <dgm:t>
        <a:bodyPr/>
        <a:lstStyle/>
        <a:p>
          <a:r>
            <a:rPr lang="en-US" dirty="0"/>
            <a:t>Integrate</a:t>
          </a:r>
        </a:p>
      </dgm:t>
    </dgm:pt>
    <dgm:pt modelId="{FAC67ABF-3E12-FF47-8B8B-42E1A72D1775}" type="parTrans" cxnId="{43870A34-5FAF-504D-AB62-8238C7F385FE}">
      <dgm:prSet/>
      <dgm:spPr/>
      <dgm:t>
        <a:bodyPr/>
        <a:lstStyle/>
        <a:p>
          <a:endParaRPr lang="en-US"/>
        </a:p>
      </dgm:t>
    </dgm:pt>
    <dgm:pt modelId="{271B7CCB-5C7E-8446-A1DF-54F342FB354D}" type="sibTrans" cxnId="{43870A34-5FAF-504D-AB62-8238C7F385FE}">
      <dgm:prSet/>
      <dgm:spPr/>
      <dgm:t>
        <a:bodyPr/>
        <a:lstStyle/>
        <a:p>
          <a:endParaRPr lang="en-US"/>
        </a:p>
      </dgm:t>
    </dgm:pt>
    <dgm:pt modelId="{6B00AF74-4575-6748-9075-A773FD789E04}">
      <dgm:prSet/>
      <dgm:spPr/>
      <dgm:t>
        <a:bodyPr/>
        <a:lstStyle/>
        <a:p>
          <a:r>
            <a:rPr lang="en-US" dirty="0"/>
            <a:t>Q/A</a:t>
          </a:r>
        </a:p>
      </dgm:t>
    </dgm:pt>
    <dgm:pt modelId="{5FD6D585-F7A9-7241-ADB0-086E58347901}" type="parTrans" cxnId="{A3F71EC5-73A2-BF4B-A13C-72A25E3D5BA6}">
      <dgm:prSet/>
      <dgm:spPr/>
      <dgm:t>
        <a:bodyPr/>
        <a:lstStyle/>
        <a:p>
          <a:endParaRPr lang="en-US"/>
        </a:p>
      </dgm:t>
    </dgm:pt>
    <dgm:pt modelId="{8DC69B36-AEF2-B449-83F5-65564413BC21}" type="sibTrans" cxnId="{A3F71EC5-73A2-BF4B-A13C-72A25E3D5BA6}">
      <dgm:prSet/>
      <dgm:spPr/>
      <dgm:t>
        <a:bodyPr/>
        <a:lstStyle/>
        <a:p>
          <a:endParaRPr lang="en-US"/>
        </a:p>
      </dgm:t>
    </dgm:pt>
    <dgm:pt modelId="{84635C81-B71E-9B46-A662-0FA3D2304333}">
      <dgm:prSet/>
      <dgm:spPr/>
      <dgm:t>
        <a:bodyPr/>
        <a:lstStyle/>
        <a:p>
          <a:r>
            <a:rPr lang="en-US" dirty="0"/>
            <a:t>Acceptance</a:t>
          </a:r>
        </a:p>
      </dgm:t>
    </dgm:pt>
    <dgm:pt modelId="{91DC5E6F-9376-5C44-A735-28DF1378AAB4}" type="parTrans" cxnId="{2A05179A-8B24-1E46-94FD-0E343B0ABA49}">
      <dgm:prSet/>
      <dgm:spPr/>
      <dgm:t>
        <a:bodyPr/>
        <a:lstStyle/>
        <a:p>
          <a:endParaRPr lang="en-US"/>
        </a:p>
      </dgm:t>
    </dgm:pt>
    <dgm:pt modelId="{618C6DD5-74BF-A941-BAE2-BB6BEA445FD1}" type="sibTrans" cxnId="{2A05179A-8B24-1E46-94FD-0E343B0ABA49}">
      <dgm:prSet/>
      <dgm:spPr/>
      <dgm:t>
        <a:bodyPr/>
        <a:lstStyle/>
        <a:p>
          <a:endParaRPr lang="en-US"/>
        </a:p>
      </dgm:t>
    </dgm:pt>
    <dgm:pt modelId="{DB5D5063-87E8-7745-A2F0-4F7AFFD9E974}">
      <dgm:prSet/>
      <dgm:spPr/>
      <dgm:t>
        <a:bodyPr/>
        <a:lstStyle/>
        <a:p>
          <a:r>
            <a:rPr lang="en-US" dirty="0"/>
            <a:t>Release</a:t>
          </a:r>
        </a:p>
      </dgm:t>
    </dgm:pt>
    <dgm:pt modelId="{00273571-DF8E-C748-B2A5-0FCBF2D27887}" type="parTrans" cxnId="{785BDC71-5FC9-2A49-A95E-0A506461F193}">
      <dgm:prSet/>
      <dgm:spPr/>
      <dgm:t>
        <a:bodyPr/>
        <a:lstStyle/>
        <a:p>
          <a:endParaRPr lang="en-US"/>
        </a:p>
      </dgm:t>
    </dgm:pt>
    <dgm:pt modelId="{94E8EA67-B238-B646-91D1-99C8AB732B29}" type="sibTrans" cxnId="{785BDC71-5FC9-2A49-A95E-0A506461F193}">
      <dgm:prSet/>
      <dgm:spPr/>
      <dgm:t>
        <a:bodyPr/>
        <a:lstStyle/>
        <a:p>
          <a:endParaRPr lang="en-US"/>
        </a:p>
      </dgm:t>
    </dgm:pt>
    <dgm:pt modelId="{9AF65606-9DE3-324F-A9EC-23D53CB0A6B1}" type="pres">
      <dgm:prSet presAssocID="{186A8599-2ED5-6646-AED1-F4FEEE3CF4C6}" presName="Name0" presStyleCnt="0">
        <dgm:presLayoutVars>
          <dgm:dir/>
          <dgm:resizeHandles val="exact"/>
        </dgm:presLayoutVars>
      </dgm:prSet>
      <dgm:spPr/>
    </dgm:pt>
    <dgm:pt modelId="{CB6A975A-550A-8F4A-A1D3-984AD1152A26}" type="pres">
      <dgm:prSet presAssocID="{ED5E9AC5-A525-3F47-B8AD-1F877A39ABDB}" presName="node" presStyleLbl="node1" presStyleIdx="0" presStyleCnt="6">
        <dgm:presLayoutVars>
          <dgm:bulletEnabled val="1"/>
        </dgm:presLayoutVars>
      </dgm:prSet>
      <dgm:spPr/>
    </dgm:pt>
    <dgm:pt modelId="{2242D531-CCDB-1D4A-926B-944E06256EDE}" type="pres">
      <dgm:prSet presAssocID="{883ED820-8E6A-2C45-A205-8F8FF548FFFB}" presName="sibTrans" presStyleLbl="sibTrans2D1" presStyleIdx="0" presStyleCnt="5"/>
      <dgm:spPr/>
    </dgm:pt>
    <dgm:pt modelId="{24DD6409-FD1D-3547-BE59-38715C5166F0}" type="pres">
      <dgm:prSet presAssocID="{883ED820-8E6A-2C45-A205-8F8FF548FFFB}" presName="connectorText" presStyleLbl="sibTrans2D1" presStyleIdx="0" presStyleCnt="5"/>
      <dgm:spPr/>
    </dgm:pt>
    <dgm:pt modelId="{1521DD62-5CEF-6D48-8BBA-2E96ED349529}" type="pres">
      <dgm:prSet presAssocID="{307CBAF4-3B62-6D48-A2A6-61EA980CC9DD}" presName="node" presStyleLbl="node1" presStyleIdx="1" presStyleCnt="6">
        <dgm:presLayoutVars>
          <dgm:bulletEnabled val="1"/>
        </dgm:presLayoutVars>
      </dgm:prSet>
      <dgm:spPr/>
    </dgm:pt>
    <dgm:pt modelId="{FA6116E7-0059-F04A-8A34-DBF025117CE6}" type="pres">
      <dgm:prSet presAssocID="{85E3B444-9593-6049-ABB5-5ACDC338E21E}" presName="sibTrans" presStyleLbl="sibTrans2D1" presStyleIdx="1" presStyleCnt="5"/>
      <dgm:spPr/>
    </dgm:pt>
    <dgm:pt modelId="{81C12F7A-32B7-F44D-93C9-3FD0173FEBA1}" type="pres">
      <dgm:prSet presAssocID="{85E3B444-9593-6049-ABB5-5ACDC338E21E}" presName="connectorText" presStyleLbl="sibTrans2D1" presStyleIdx="1" presStyleCnt="5"/>
      <dgm:spPr/>
    </dgm:pt>
    <dgm:pt modelId="{67701344-6004-AE45-916C-3DD6E824587A}" type="pres">
      <dgm:prSet presAssocID="{F3344082-6659-7547-BDA7-5400579419E4}" presName="node" presStyleLbl="node1" presStyleIdx="2" presStyleCnt="6">
        <dgm:presLayoutVars>
          <dgm:bulletEnabled val="1"/>
        </dgm:presLayoutVars>
      </dgm:prSet>
      <dgm:spPr/>
    </dgm:pt>
    <dgm:pt modelId="{13868FF7-4645-B245-A77A-1955027F7ED7}" type="pres">
      <dgm:prSet presAssocID="{271B7CCB-5C7E-8446-A1DF-54F342FB354D}" presName="sibTrans" presStyleLbl="sibTrans2D1" presStyleIdx="2" presStyleCnt="5"/>
      <dgm:spPr/>
    </dgm:pt>
    <dgm:pt modelId="{14CD1740-4F34-4E4B-B181-EF10DA2123C0}" type="pres">
      <dgm:prSet presAssocID="{271B7CCB-5C7E-8446-A1DF-54F342FB354D}" presName="connectorText" presStyleLbl="sibTrans2D1" presStyleIdx="2" presStyleCnt="5"/>
      <dgm:spPr/>
    </dgm:pt>
    <dgm:pt modelId="{8D70E8B7-E114-0C42-9D3B-6EB79BD62EE0}" type="pres">
      <dgm:prSet presAssocID="{6B00AF74-4575-6748-9075-A773FD789E04}" presName="node" presStyleLbl="node1" presStyleIdx="3" presStyleCnt="6">
        <dgm:presLayoutVars>
          <dgm:bulletEnabled val="1"/>
        </dgm:presLayoutVars>
      </dgm:prSet>
      <dgm:spPr/>
    </dgm:pt>
    <dgm:pt modelId="{4F759990-94BE-D940-A2FE-1F91BF6F1387}" type="pres">
      <dgm:prSet presAssocID="{8DC69B36-AEF2-B449-83F5-65564413BC21}" presName="sibTrans" presStyleLbl="sibTrans2D1" presStyleIdx="3" presStyleCnt="5"/>
      <dgm:spPr/>
    </dgm:pt>
    <dgm:pt modelId="{636017DE-9717-4149-8E5F-4E1DE48B687A}" type="pres">
      <dgm:prSet presAssocID="{8DC69B36-AEF2-B449-83F5-65564413BC21}" presName="connectorText" presStyleLbl="sibTrans2D1" presStyleIdx="3" presStyleCnt="5"/>
      <dgm:spPr/>
    </dgm:pt>
    <dgm:pt modelId="{5ED2C4A6-5C1D-C241-8D0C-1AC65AC14CC2}" type="pres">
      <dgm:prSet presAssocID="{84635C81-B71E-9B46-A662-0FA3D2304333}" presName="node" presStyleLbl="node1" presStyleIdx="4" presStyleCnt="6">
        <dgm:presLayoutVars>
          <dgm:bulletEnabled val="1"/>
        </dgm:presLayoutVars>
      </dgm:prSet>
      <dgm:spPr/>
    </dgm:pt>
    <dgm:pt modelId="{96A2D345-6694-DB4C-9170-94AF47152348}" type="pres">
      <dgm:prSet presAssocID="{618C6DD5-74BF-A941-BAE2-BB6BEA445FD1}" presName="sibTrans" presStyleLbl="sibTrans2D1" presStyleIdx="4" presStyleCnt="5"/>
      <dgm:spPr/>
    </dgm:pt>
    <dgm:pt modelId="{6DB0C6C6-5563-CA41-8953-0A7B03812189}" type="pres">
      <dgm:prSet presAssocID="{618C6DD5-74BF-A941-BAE2-BB6BEA445FD1}" presName="connectorText" presStyleLbl="sibTrans2D1" presStyleIdx="4" presStyleCnt="5"/>
      <dgm:spPr/>
    </dgm:pt>
    <dgm:pt modelId="{F625400E-ABAA-CD43-9F83-2C38FD128A8A}" type="pres">
      <dgm:prSet presAssocID="{DB5D5063-87E8-7745-A2F0-4F7AFFD9E974}" presName="node" presStyleLbl="node1" presStyleIdx="5" presStyleCnt="6">
        <dgm:presLayoutVars>
          <dgm:bulletEnabled val="1"/>
        </dgm:presLayoutVars>
      </dgm:prSet>
      <dgm:spPr/>
    </dgm:pt>
  </dgm:ptLst>
  <dgm:cxnLst>
    <dgm:cxn modelId="{346C2A06-8DC0-6948-AF8B-8A7BCB20EB40}" srcId="{186A8599-2ED5-6646-AED1-F4FEEE3CF4C6}" destId="{307CBAF4-3B62-6D48-A2A6-61EA980CC9DD}" srcOrd="1" destOrd="0" parTransId="{0086114C-3934-954A-99D1-8F97713E985D}" sibTransId="{85E3B444-9593-6049-ABB5-5ACDC338E21E}"/>
    <dgm:cxn modelId="{73BF2C11-1C4B-734A-B5FD-6EF6A2592EEF}" type="presOf" srcId="{271B7CCB-5C7E-8446-A1DF-54F342FB354D}" destId="{13868FF7-4645-B245-A77A-1955027F7ED7}" srcOrd="0" destOrd="0" presId="urn:microsoft.com/office/officeart/2005/8/layout/process1"/>
    <dgm:cxn modelId="{AA692B1C-7166-924A-A128-F5BF86A45AAA}" type="presOf" srcId="{8DC69B36-AEF2-B449-83F5-65564413BC21}" destId="{636017DE-9717-4149-8E5F-4E1DE48B687A}" srcOrd="1" destOrd="0" presId="urn:microsoft.com/office/officeart/2005/8/layout/process1"/>
    <dgm:cxn modelId="{0D478D2A-F225-614B-A8E0-21A8FDC46CDF}" type="presOf" srcId="{883ED820-8E6A-2C45-A205-8F8FF548FFFB}" destId="{2242D531-CCDB-1D4A-926B-944E06256EDE}" srcOrd="0" destOrd="0" presId="urn:microsoft.com/office/officeart/2005/8/layout/process1"/>
    <dgm:cxn modelId="{86270331-E14E-474A-932D-A1E927047A7F}" srcId="{186A8599-2ED5-6646-AED1-F4FEEE3CF4C6}" destId="{ED5E9AC5-A525-3F47-B8AD-1F877A39ABDB}" srcOrd="0" destOrd="0" parTransId="{04B89AC4-0251-7740-93F2-4AC7B9DD9755}" sibTransId="{883ED820-8E6A-2C45-A205-8F8FF548FFFB}"/>
    <dgm:cxn modelId="{43870A34-5FAF-504D-AB62-8238C7F385FE}" srcId="{186A8599-2ED5-6646-AED1-F4FEEE3CF4C6}" destId="{F3344082-6659-7547-BDA7-5400579419E4}" srcOrd="2" destOrd="0" parTransId="{FAC67ABF-3E12-FF47-8B8B-42E1A72D1775}" sibTransId="{271B7CCB-5C7E-8446-A1DF-54F342FB354D}"/>
    <dgm:cxn modelId="{81734253-7569-A94C-A5F0-149C34AD6AEA}" type="presOf" srcId="{85E3B444-9593-6049-ABB5-5ACDC338E21E}" destId="{81C12F7A-32B7-F44D-93C9-3FD0173FEBA1}" srcOrd="1" destOrd="0" presId="urn:microsoft.com/office/officeart/2005/8/layout/process1"/>
    <dgm:cxn modelId="{E7DC7C64-526A-AE4E-90CC-24B43B7E582C}" type="presOf" srcId="{85E3B444-9593-6049-ABB5-5ACDC338E21E}" destId="{FA6116E7-0059-F04A-8A34-DBF025117CE6}" srcOrd="0" destOrd="0" presId="urn:microsoft.com/office/officeart/2005/8/layout/process1"/>
    <dgm:cxn modelId="{785BDC71-5FC9-2A49-A95E-0A506461F193}" srcId="{186A8599-2ED5-6646-AED1-F4FEEE3CF4C6}" destId="{DB5D5063-87E8-7745-A2F0-4F7AFFD9E974}" srcOrd="5" destOrd="0" parTransId="{00273571-DF8E-C748-B2A5-0FCBF2D27887}" sibTransId="{94E8EA67-B238-B646-91D1-99C8AB732B29}"/>
    <dgm:cxn modelId="{E41B9678-4437-FA47-9F32-92A6F920622F}" type="presOf" srcId="{ED5E9AC5-A525-3F47-B8AD-1F877A39ABDB}" destId="{CB6A975A-550A-8F4A-A1D3-984AD1152A26}" srcOrd="0" destOrd="0" presId="urn:microsoft.com/office/officeart/2005/8/layout/process1"/>
    <dgm:cxn modelId="{A1038699-4F22-0945-93DE-1A7DF0AAD236}" type="presOf" srcId="{618C6DD5-74BF-A941-BAE2-BB6BEA445FD1}" destId="{6DB0C6C6-5563-CA41-8953-0A7B03812189}" srcOrd="1" destOrd="0" presId="urn:microsoft.com/office/officeart/2005/8/layout/process1"/>
    <dgm:cxn modelId="{2A05179A-8B24-1E46-94FD-0E343B0ABA49}" srcId="{186A8599-2ED5-6646-AED1-F4FEEE3CF4C6}" destId="{84635C81-B71E-9B46-A662-0FA3D2304333}" srcOrd="4" destOrd="0" parTransId="{91DC5E6F-9376-5C44-A735-28DF1378AAB4}" sibTransId="{618C6DD5-74BF-A941-BAE2-BB6BEA445FD1}"/>
    <dgm:cxn modelId="{B88F6CA0-4C83-6742-BC9E-D6A5BA49968C}" type="presOf" srcId="{84635C81-B71E-9B46-A662-0FA3D2304333}" destId="{5ED2C4A6-5C1D-C241-8D0C-1AC65AC14CC2}" srcOrd="0" destOrd="0" presId="urn:microsoft.com/office/officeart/2005/8/layout/process1"/>
    <dgm:cxn modelId="{58C405AD-2EC8-3045-A48E-FED29395FED3}" type="presOf" srcId="{F3344082-6659-7547-BDA7-5400579419E4}" destId="{67701344-6004-AE45-916C-3DD6E824587A}" srcOrd="0" destOrd="0" presId="urn:microsoft.com/office/officeart/2005/8/layout/process1"/>
    <dgm:cxn modelId="{B08835B4-7EA4-C24B-A23C-99F2B31C91C8}" type="presOf" srcId="{271B7CCB-5C7E-8446-A1DF-54F342FB354D}" destId="{14CD1740-4F34-4E4B-B181-EF10DA2123C0}" srcOrd="1" destOrd="0" presId="urn:microsoft.com/office/officeart/2005/8/layout/process1"/>
    <dgm:cxn modelId="{9EE29EC2-942F-9D48-B165-6A9AF5147C0D}" type="presOf" srcId="{8DC69B36-AEF2-B449-83F5-65564413BC21}" destId="{4F759990-94BE-D940-A2FE-1F91BF6F1387}" srcOrd="0" destOrd="0" presId="urn:microsoft.com/office/officeart/2005/8/layout/process1"/>
    <dgm:cxn modelId="{AE0FDAC3-10DD-A248-9070-EA89291C0866}" type="presOf" srcId="{DB5D5063-87E8-7745-A2F0-4F7AFFD9E974}" destId="{F625400E-ABAA-CD43-9F83-2C38FD128A8A}" srcOrd="0" destOrd="0" presId="urn:microsoft.com/office/officeart/2005/8/layout/process1"/>
    <dgm:cxn modelId="{A3F71EC5-73A2-BF4B-A13C-72A25E3D5BA6}" srcId="{186A8599-2ED5-6646-AED1-F4FEEE3CF4C6}" destId="{6B00AF74-4575-6748-9075-A773FD789E04}" srcOrd="3" destOrd="0" parTransId="{5FD6D585-F7A9-7241-ADB0-086E58347901}" sibTransId="{8DC69B36-AEF2-B449-83F5-65564413BC21}"/>
    <dgm:cxn modelId="{FD859FCB-FCB2-1044-B1A6-A589D3288828}" type="presOf" srcId="{618C6DD5-74BF-A941-BAE2-BB6BEA445FD1}" destId="{96A2D345-6694-DB4C-9170-94AF47152348}" srcOrd="0" destOrd="0" presId="urn:microsoft.com/office/officeart/2005/8/layout/process1"/>
    <dgm:cxn modelId="{5D789AE5-1CE3-E04B-AEC6-8A6366194DF5}" type="presOf" srcId="{307CBAF4-3B62-6D48-A2A6-61EA980CC9DD}" destId="{1521DD62-5CEF-6D48-8BBA-2E96ED349529}" srcOrd="0" destOrd="0" presId="urn:microsoft.com/office/officeart/2005/8/layout/process1"/>
    <dgm:cxn modelId="{D15A6BEE-EA55-2041-8D94-C0BD8CB94584}" type="presOf" srcId="{6B00AF74-4575-6748-9075-A773FD789E04}" destId="{8D70E8B7-E114-0C42-9D3B-6EB79BD62EE0}" srcOrd="0" destOrd="0" presId="urn:microsoft.com/office/officeart/2005/8/layout/process1"/>
    <dgm:cxn modelId="{D44E94FA-59FF-1945-B903-DEF3415E1B9A}" type="presOf" srcId="{186A8599-2ED5-6646-AED1-F4FEEE3CF4C6}" destId="{9AF65606-9DE3-324F-A9EC-23D53CB0A6B1}" srcOrd="0" destOrd="0" presId="urn:microsoft.com/office/officeart/2005/8/layout/process1"/>
    <dgm:cxn modelId="{BEDBFAFB-B206-1C41-837C-A2D05D1C1001}" type="presOf" srcId="{883ED820-8E6A-2C45-A205-8F8FF548FFFB}" destId="{24DD6409-FD1D-3547-BE59-38715C5166F0}" srcOrd="1" destOrd="0" presId="urn:microsoft.com/office/officeart/2005/8/layout/process1"/>
    <dgm:cxn modelId="{9A8BAE5E-1786-9E4A-9435-3B5C3CCABE6D}" type="presParOf" srcId="{9AF65606-9DE3-324F-A9EC-23D53CB0A6B1}" destId="{CB6A975A-550A-8F4A-A1D3-984AD1152A26}" srcOrd="0" destOrd="0" presId="urn:microsoft.com/office/officeart/2005/8/layout/process1"/>
    <dgm:cxn modelId="{0BA9CBF1-BC09-164E-AC49-2CD00B0CB363}" type="presParOf" srcId="{9AF65606-9DE3-324F-A9EC-23D53CB0A6B1}" destId="{2242D531-CCDB-1D4A-926B-944E06256EDE}" srcOrd="1" destOrd="0" presId="urn:microsoft.com/office/officeart/2005/8/layout/process1"/>
    <dgm:cxn modelId="{170547B0-6BF3-CC46-94CE-2D1706965263}" type="presParOf" srcId="{2242D531-CCDB-1D4A-926B-944E06256EDE}" destId="{24DD6409-FD1D-3547-BE59-38715C5166F0}" srcOrd="0" destOrd="0" presId="urn:microsoft.com/office/officeart/2005/8/layout/process1"/>
    <dgm:cxn modelId="{13AEDD73-289E-9441-A1C1-6F233AC5516F}" type="presParOf" srcId="{9AF65606-9DE3-324F-A9EC-23D53CB0A6B1}" destId="{1521DD62-5CEF-6D48-8BBA-2E96ED349529}" srcOrd="2" destOrd="0" presId="urn:microsoft.com/office/officeart/2005/8/layout/process1"/>
    <dgm:cxn modelId="{E59CED1B-2E3C-E741-98E3-3E726FF1A36C}" type="presParOf" srcId="{9AF65606-9DE3-324F-A9EC-23D53CB0A6B1}" destId="{FA6116E7-0059-F04A-8A34-DBF025117CE6}" srcOrd="3" destOrd="0" presId="urn:microsoft.com/office/officeart/2005/8/layout/process1"/>
    <dgm:cxn modelId="{4D3FA9A2-73DE-6945-BB49-E2F8667A56E3}" type="presParOf" srcId="{FA6116E7-0059-F04A-8A34-DBF025117CE6}" destId="{81C12F7A-32B7-F44D-93C9-3FD0173FEBA1}" srcOrd="0" destOrd="0" presId="urn:microsoft.com/office/officeart/2005/8/layout/process1"/>
    <dgm:cxn modelId="{8E0E22DC-69D6-4B4E-B073-A00EA1C1615C}" type="presParOf" srcId="{9AF65606-9DE3-324F-A9EC-23D53CB0A6B1}" destId="{67701344-6004-AE45-916C-3DD6E824587A}" srcOrd="4" destOrd="0" presId="urn:microsoft.com/office/officeart/2005/8/layout/process1"/>
    <dgm:cxn modelId="{C20A178A-EE4B-9E42-AD65-22C5B55B9D73}" type="presParOf" srcId="{9AF65606-9DE3-324F-A9EC-23D53CB0A6B1}" destId="{13868FF7-4645-B245-A77A-1955027F7ED7}" srcOrd="5" destOrd="0" presId="urn:microsoft.com/office/officeart/2005/8/layout/process1"/>
    <dgm:cxn modelId="{C7278D08-B945-E74E-8148-C5CDE6289D60}" type="presParOf" srcId="{13868FF7-4645-B245-A77A-1955027F7ED7}" destId="{14CD1740-4F34-4E4B-B181-EF10DA2123C0}" srcOrd="0" destOrd="0" presId="urn:microsoft.com/office/officeart/2005/8/layout/process1"/>
    <dgm:cxn modelId="{FE2D916E-D791-6043-A883-2E399F38AC8C}" type="presParOf" srcId="{9AF65606-9DE3-324F-A9EC-23D53CB0A6B1}" destId="{8D70E8B7-E114-0C42-9D3B-6EB79BD62EE0}" srcOrd="6" destOrd="0" presId="urn:microsoft.com/office/officeart/2005/8/layout/process1"/>
    <dgm:cxn modelId="{AE9F4C77-F67D-5B48-95BD-0090CC4AA687}" type="presParOf" srcId="{9AF65606-9DE3-324F-A9EC-23D53CB0A6B1}" destId="{4F759990-94BE-D940-A2FE-1F91BF6F1387}" srcOrd="7" destOrd="0" presId="urn:microsoft.com/office/officeart/2005/8/layout/process1"/>
    <dgm:cxn modelId="{521C66A2-C9ED-3F48-A89D-CF8A64315F4B}" type="presParOf" srcId="{4F759990-94BE-D940-A2FE-1F91BF6F1387}" destId="{636017DE-9717-4149-8E5F-4E1DE48B687A}" srcOrd="0" destOrd="0" presId="urn:microsoft.com/office/officeart/2005/8/layout/process1"/>
    <dgm:cxn modelId="{C26B9D25-1C1F-C34D-9393-9A8CC8DBBC5D}" type="presParOf" srcId="{9AF65606-9DE3-324F-A9EC-23D53CB0A6B1}" destId="{5ED2C4A6-5C1D-C241-8D0C-1AC65AC14CC2}" srcOrd="8" destOrd="0" presId="urn:microsoft.com/office/officeart/2005/8/layout/process1"/>
    <dgm:cxn modelId="{EDF8F97D-5EF1-744D-8AE5-6BF6902F13A6}" type="presParOf" srcId="{9AF65606-9DE3-324F-A9EC-23D53CB0A6B1}" destId="{96A2D345-6694-DB4C-9170-94AF47152348}" srcOrd="9" destOrd="0" presId="urn:microsoft.com/office/officeart/2005/8/layout/process1"/>
    <dgm:cxn modelId="{61984556-1362-4849-9833-A928CD7188F2}" type="presParOf" srcId="{96A2D345-6694-DB4C-9170-94AF47152348}" destId="{6DB0C6C6-5563-CA41-8953-0A7B03812189}" srcOrd="0" destOrd="0" presId="urn:microsoft.com/office/officeart/2005/8/layout/process1"/>
    <dgm:cxn modelId="{5981C470-9B42-5544-8E53-7534EB02CCEB}" type="presParOf" srcId="{9AF65606-9DE3-324F-A9EC-23D53CB0A6B1}" destId="{F625400E-ABAA-CD43-9F83-2C38FD128A8A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8399D7-12A9-1647-98D8-1261301617BE}" type="doc">
      <dgm:prSet loTypeId="urn:microsoft.com/office/officeart/2005/8/layout/pyramid1" loCatId="" qsTypeId="urn:microsoft.com/office/officeart/2005/8/quickstyle/simple1" qsCatId="simple" csTypeId="urn:microsoft.com/office/officeart/2005/8/colors/accent1_5" csCatId="accent1" phldr="1"/>
      <dgm:spPr/>
    </dgm:pt>
    <dgm:pt modelId="{A4ABED75-F7E4-B045-859D-3A0478A1E538}">
      <dgm:prSet phldrT="[Text]"/>
      <dgm:spPr/>
      <dgm:t>
        <a:bodyPr/>
        <a:lstStyle/>
        <a:p>
          <a:r>
            <a:rPr lang="en-US" dirty="0"/>
            <a:t>UI</a:t>
          </a:r>
        </a:p>
      </dgm:t>
    </dgm:pt>
    <dgm:pt modelId="{706E24FC-ED64-2440-A08E-DE73F8ED95E5}" type="parTrans" cxnId="{C50E19F2-0BE2-FF45-8958-9C57B259E665}">
      <dgm:prSet/>
      <dgm:spPr/>
      <dgm:t>
        <a:bodyPr/>
        <a:lstStyle/>
        <a:p>
          <a:endParaRPr lang="en-US"/>
        </a:p>
      </dgm:t>
    </dgm:pt>
    <dgm:pt modelId="{AD6F1F77-3D01-3C46-A161-CABBD049E346}" type="sibTrans" cxnId="{C50E19F2-0BE2-FF45-8958-9C57B259E665}">
      <dgm:prSet/>
      <dgm:spPr/>
      <dgm:t>
        <a:bodyPr/>
        <a:lstStyle/>
        <a:p>
          <a:endParaRPr lang="en-US"/>
        </a:p>
      </dgm:t>
    </dgm:pt>
    <dgm:pt modelId="{CFCE2821-7921-1242-9C57-3E53CCF2C1E6}">
      <dgm:prSet phldrT="[Text]"/>
      <dgm:spPr/>
      <dgm:t>
        <a:bodyPr/>
        <a:lstStyle/>
        <a:p>
          <a:r>
            <a:rPr lang="en-US" dirty="0"/>
            <a:t>Integration</a:t>
          </a:r>
        </a:p>
      </dgm:t>
    </dgm:pt>
    <dgm:pt modelId="{3E0BD6CF-7C06-9C49-A1F7-6D82FCF9C88A}" type="parTrans" cxnId="{16C8E293-3F81-5A47-8B5F-110838BFF107}">
      <dgm:prSet/>
      <dgm:spPr/>
      <dgm:t>
        <a:bodyPr/>
        <a:lstStyle/>
        <a:p>
          <a:endParaRPr lang="en-US"/>
        </a:p>
      </dgm:t>
    </dgm:pt>
    <dgm:pt modelId="{73DA138F-C127-C44D-B7B0-EA9D4FB0D1EB}" type="sibTrans" cxnId="{16C8E293-3F81-5A47-8B5F-110838BFF107}">
      <dgm:prSet/>
      <dgm:spPr/>
      <dgm:t>
        <a:bodyPr/>
        <a:lstStyle/>
        <a:p>
          <a:endParaRPr lang="en-US"/>
        </a:p>
      </dgm:t>
    </dgm:pt>
    <dgm:pt modelId="{D799C958-9958-DF4D-AC0E-2C304CFC6EA4}">
      <dgm:prSet phldrT="[Text]"/>
      <dgm:spPr/>
      <dgm:t>
        <a:bodyPr/>
        <a:lstStyle/>
        <a:p>
          <a:r>
            <a:rPr lang="en-US" dirty="0"/>
            <a:t>Unit</a:t>
          </a:r>
        </a:p>
      </dgm:t>
    </dgm:pt>
    <dgm:pt modelId="{813B8C7A-13C2-A54A-94AE-C6F855B8FE55}" type="parTrans" cxnId="{5DD63F79-896C-CC4D-97C8-A41CCC821EC3}">
      <dgm:prSet/>
      <dgm:spPr/>
      <dgm:t>
        <a:bodyPr/>
        <a:lstStyle/>
        <a:p>
          <a:endParaRPr lang="en-US"/>
        </a:p>
      </dgm:t>
    </dgm:pt>
    <dgm:pt modelId="{EE3121B6-4925-D949-9954-B10D23CE4485}" type="sibTrans" cxnId="{5DD63F79-896C-CC4D-97C8-A41CCC821EC3}">
      <dgm:prSet/>
      <dgm:spPr/>
      <dgm:t>
        <a:bodyPr/>
        <a:lstStyle/>
        <a:p>
          <a:endParaRPr lang="en-US"/>
        </a:p>
      </dgm:t>
    </dgm:pt>
    <dgm:pt modelId="{D879B94F-5226-D247-ACB1-6195745EF3AC}" type="pres">
      <dgm:prSet presAssocID="{648399D7-12A9-1647-98D8-1261301617BE}" presName="Name0" presStyleCnt="0">
        <dgm:presLayoutVars>
          <dgm:dir/>
          <dgm:animLvl val="lvl"/>
          <dgm:resizeHandles val="exact"/>
        </dgm:presLayoutVars>
      </dgm:prSet>
      <dgm:spPr/>
    </dgm:pt>
    <dgm:pt modelId="{1D9195F5-DD6F-2D4C-B15A-AD971111F3A1}" type="pres">
      <dgm:prSet presAssocID="{A4ABED75-F7E4-B045-859D-3A0478A1E538}" presName="Name8" presStyleCnt="0"/>
      <dgm:spPr/>
    </dgm:pt>
    <dgm:pt modelId="{0DA2742F-3657-334C-91B0-C09422D102A0}" type="pres">
      <dgm:prSet presAssocID="{A4ABED75-F7E4-B045-859D-3A0478A1E538}" presName="level" presStyleLbl="node1" presStyleIdx="0" presStyleCnt="3">
        <dgm:presLayoutVars>
          <dgm:chMax val="1"/>
          <dgm:bulletEnabled val="1"/>
        </dgm:presLayoutVars>
      </dgm:prSet>
      <dgm:spPr/>
    </dgm:pt>
    <dgm:pt modelId="{A5AA2348-48E5-F647-A2F7-24BFCD43C1AF}" type="pres">
      <dgm:prSet presAssocID="{A4ABED75-F7E4-B045-859D-3A0478A1E53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0D55E02-AD37-074D-A684-F5954083E6F1}" type="pres">
      <dgm:prSet presAssocID="{CFCE2821-7921-1242-9C57-3E53CCF2C1E6}" presName="Name8" presStyleCnt="0"/>
      <dgm:spPr/>
    </dgm:pt>
    <dgm:pt modelId="{E0BE5782-C6BD-5D49-A60F-E68DF625A98E}" type="pres">
      <dgm:prSet presAssocID="{CFCE2821-7921-1242-9C57-3E53CCF2C1E6}" presName="level" presStyleLbl="node1" presStyleIdx="1" presStyleCnt="3">
        <dgm:presLayoutVars>
          <dgm:chMax val="1"/>
          <dgm:bulletEnabled val="1"/>
        </dgm:presLayoutVars>
      </dgm:prSet>
      <dgm:spPr/>
    </dgm:pt>
    <dgm:pt modelId="{6615CAAF-8E7A-3348-8809-CE39514A46BF}" type="pres">
      <dgm:prSet presAssocID="{CFCE2821-7921-1242-9C57-3E53CCF2C1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43C92B8-CDF7-8044-A79E-3E51DFE177A7}" type="pres">
      <dgm:prSet presAssocID="{D799C958-9958-DF4D-AC0E-2C304CFC6EA4}" presName="Name8" presStyleCnt="0"/>
      <dgm:spPr/>
    </dgm:pt>
    <dgm:pt modelId="{D99F6F25-CF5E-8241-9EA4-2E4DC785C6A1}" type="pres">
      <dgm:prSet presAssocID="{D799C958-9958-DF4D-AC0E-2C304CFC6EA4}" presName="level" presStyleLbl="node1" presStyleIdx="2" presStyleCnt="3">
        <dgm:presLayoutVars>
          <dgm:chMax val="1"/>
          <dgm:bulletEnabled val="1"/>
        </dgm:presLayoutVars>
      </dgm:prSet>
      <dgm:spPr/>
    </dgm:pt>
    <dgm:pt modelId="{3116C8B5-E85F-C947-B4F8-8CFC8299D7FA}" type="pres">
      <dgm:prSet presAssocID="{D799C958-9958-DF4D-AC0E-2C304CFC6EA4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31C0261-383A-AE48-BA82-A559041433B1}" type="presOf" srcId="{D799C958-9958-DF4D-AC0E-2C304CFC6EA4}" destId="{3116C8B5-E85F-C947-B4F8-8CFC8299D7FA}" srcOrd="1" destOrd="0" presId="urn:microsoft.com/office/officeart/2005/8/layout/pyramid1"/>
    <dgm:cxn modelId="{B95B6A62-A86F-8740-B13D-141BBE9EC8EC}" type="presOf" srcId="{CFCE2821-7921-1242-9C57-3E53CCF2C1E6}" destId="{6615CAAF-8E7A-3348-8809-CE39514A46BF}" srcOrd="1" destOrd="0" presId="urn:microsoft.com/office/officeart/2005/8/layout/pyramid1"/>
    <dgm:cxn modelId="{5DD63F79-896C-CC4D-97C8-A41CCC821EC3}" srcId="{648399D7-12A9-1647-98D8-1261301617BE}" destId="{D799C958-9958-DF4D-AC0E-2C304CFC6EA4}" srcOrd="2" destOrd="0" parTransId="{813B8C7A-13C2-A54A-94AE-C6F855B8FE55}" sibTransId="{EE3121B6-4925-D949-9954-B10D23CE4485}"/>
    <dgm:cxn modelId="{15F8E47D-E62B-5144-B220-1B989CA802BC}" type="presOf" srcId="{648399D7-12A9-1647-98D8-1261301617BE}" destId="{D879B94F-5226-D247-ACB1-6195745EF3AC}" srcOrd="0" destOrd="0" presId="urn:microsoft.com/office/officeart/2005/8/layout/pyramid1"/>
    <dgm:cxn modelId="{8EB1C290-0929-064B-917B-B279FDC3F82D}" type="presOf" srcId="{A4ABED75-F7E4-B045-859D-3A0478A1E538}" destId="{0DA2742F-3657-334C-91B0-C09422D102A0}" srcOrd="0" destOrd="0" presId="urn:microsoft.com/office/officeart/2005/8/layout/pyramid1"/>
    <dgm:cxn modelId="{16C8E293-3F81-5A47-8B5F-110838BFF107}" srcId="{648399D7-12A9-1647-98D8-1261301617BE}" destId="{CFCE2821-7921-1242-9C57-3E53CCF2C1E6}" srcOrd="1" destOrd="0" parTransId="{3E0BD6CF-7C06-9C49-A1F7-6D82FCF9C88A}" sibTransId="{73DA138F-C127-C44D-B7B0-EA9D4FB0D1EB}"/>
    <dgm:cxn modelId="{97474DA6-E027-E942-9627-D3CFE6A5F0D9}" type="presOf" srcId="{A4ABED75-F7E4-B045-859D-3A0478A1E538}" destId="{A5AA2348-48E5-F647-A2F7-24BFCD43C1AF}" srcOrd="1" destOrd="0" presId="urn:microsoft.com/office/officeart/2005/8/layout/pyramid1"/>
    <dgm:cxn modelId="{7AEA53AA-808A-6D43-8F8B-4F93AAC2A729}" type="presOf" srcId="{D799C958-9958-DF4D-AC0E-2C304CFC6EA4}" destId="{D99F6F25-CF5E-8241-9EA4-2E4DC785C6A1}" srcOrd="0" destOrd="0" presId="urn:microsoft.com/office/officeart/2005/8/layout/pyramid1"/>
    <dgm:cxn modelId="{519920DF-A308-594D-BBC6-4DBE51113F7A}" type="presOf" srcId="{CFCE2821-7921-1242-9C57-3E53CCF2C1E6}" destId="{E0BE5782-C6BD-5D49-A60F-E68DF625A98E}" srcOrd="0" destOrd="0" presId="urn:microsoft.com/office/officeart/2005/8/layout/pyramid1"/>
    <dgm:cxn modelId="{C50E19F2-0BE2-FF45-8958-9C57B259E665}" srcId="{648399D7-12A9-1647-98D8-1261301617BE}" destId="{A4ABED75-F7E4-B045-859D-3A0478A1E538}" srcOrd="0" destOrd="0" parTransId="{706E24FC-ED64-2440-A08E-DE73F8ED95E5}" sibTransId="{AD6F1F77-3D01-3C46-A161-CABBD049E346}"/>
    <dgm:cxn modelId="{E7591649-0645-BC4E-A5B1-451063FD3109}" type="presParOf" srcId="{D879B94F-5226-D247-ACB1-6195745EF3AC}" destId="{1D9195F5-DD6F-2D4C-B15A-AD971111F3A1}" srcOrd="0" destOrd="0" presId="urn:microsoft.com/office/officeart/2005/8/layout/pyramid1"/>
    <dgm:cxn modelId="{CFFDF8AE-D636-4C47-A980-00E10DD9349C}" type="presParOf" srcId="{1D9195F5-DD6F-2D4C-B15A-AD971111F3A1}" destId="{0DA2742F-3657-334C-91B0-C09422D102A0}" srcOrd="0" destOrd="0" presId="urn:microsoft.com/office/officeart/2005/8/layout/pyramid1"/>
    <dgm:cxn modelId="{58FFB3C7-5D9A-8F4C-BC4F-84E5B5A4C048}" type="presParOf" srcId="{1D9195F5-DD6F-2D4C-B15A-AD971111F3A1}" destId="{A5AA2348-48E5-F647-A2F7-24BFCD43C1AF}" srcOrd="1" destOrd="0" presId="urn:microsoft.com/office/officeart/2005/8/layout/pyramid1"/>
    <dgm:cxn modelId="{9E9DC06E-535F-384C-B7EF-67A03022B0CB}" type="presParOf" srcId="{D879B94F-5226-D247-ACB1-6195745EF3AC}" destId="{50D55E02-AD37-074D-A684-F5954083E6F1}" srcOrd="1" destOrd="0" presId="urn:microsoft.com/office/officeart/2005/8/layout/pyramid1"/>
    <dgm:cxn modelId="{76ED820F-9E76-7C40-B89E-FD216361B1E6}" type="presParOf" srcId="{50D55E02-AD37-074D-A684-F5954083E6F1}" destId="{E0BE5782-C6BD-5D49-A60F-E68DF625A98E}" srcOrd="0" destOrd="0" presId="urn:microsoft.com/office/officeart/2005/8/layout/pyramid1"/>
    <dgm:cxn modelId="{7645C8EF-75D2-174F-9F3D-11ECAF9D89FF}" type="presParOf" srcId="{50D55E02-AD37-074D-A684-F5954083E6F1}" destId="{6615CAAF-8E7A-3348-8809-CE39514A46BF}" srcOrd="1" destOrd="0" presId="urn:microsoft.com/office/officeart/2005/8/layout/pyramid1"/>
    <dgm:cxn modelId="{AD06BDE5-EAA4-EE4E-93D6-86A319B51A8E}" type="presParOf" srcId="{D879B94F-5226-D247-ACB1-6195745EF3AC}" destId="{343C92B8-CDF7-8044-A79E-3E51DFE177A7}" srcOrd="2" destOrd="0" presId="urn:microsoft.com/office/officeart/2005/8/layout/pyramid1"/>
    <dgm:cxn modelId="{E8930E72-5F81-AE46-8007-F8D8B75CA13F}" type="presParOf" srcId="{343C92B8-CDF7-8044-A79E-3E51DFE177A7}" destId="{D99F6F25-CF5E-8241-9EA4-2E4DC785C6A1}" srcOrd="0" destOrd="0" presId="urn:microsoft.com/office/officeart/2005/8/layout/pyramid1"/>
    <dgm:cxn modelId="{35FB0CB5-BA87-9745-802D-F9F4BEFBCC67}" type="presParOf" srcId="{343C92B8-CDF7-8044-A79E-3E51DFE177A7}" destId="{3116C8B5-E85F-C947-B4F8-8CFC8299D7FA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48399D7-12A9-1647-98D8-1261301617BE}" type="doc">
      <dgm:prSet loTypeId="urn:microsoft.com/office/officeart/2005/8/layout/pyramid1" loCatId="" qsTypeId="urn:microsoft.com/office/officeart/2005/8/quickstyle/simple1" qsCatId="simple" csTypeId="urn:microsoft.com/office/officeart/2005/8/colors/accent1_5" csCatId="accent1" phldr="1"/>
      <dgm:spPr/>
    </dgm:pt>
    <dgm:pt modelId="{A4ABED75-F7E4-B045-859D-3A0478A1E538}">
      <dgm:prSet phldrT="[Text]"/>
      <dgm:spPr/>
      <dgm:t>
        <a:bodyPr/>
        <a:lstStyle/>
        <a:p>
          <a:r>
            <a:rPr lang="en-US" dirty="0"/>
            <a:t>UI</a:t>
          </a:r>
        </a:p>
      </dgm:t>
    </dgm:pt>
    <dgm:pt modelId="{706E24FC-ED64-2440-A08E-DE73F8ED95E5}" type="parTrans" cxnId="{C50E19F2-0BE2-FF45-8958-9C57B259E665}">
      <dgm:prSet/>
      <dgm:spPr/>
      <dgm:t>
        <a:bodyPr/>
        <a:lstStyle/>
        <a:p>
          <a:endParaRPr lang="en-US"/>
        </a:p>
      </dgm:t>
    </dgm:pt>
    <dgm:pt modelId="{AD6F1F77-3D01-3C46-A161-CABBD049E346}" type="sibTrans" cxnId="{C50E19F2-0BE2-FF45-8958-9C57B259E665}">
      <dgm:prSet/>
      <dgm:spPr/>
      <dgm:t>
        <a:bodyPr/>
        <a:lstStyle/>
        <a:p>
          <a:endParaRPr lang="en-US"/>
        </a:p>
      </dgm:t>
    </dgm:pt>
    <dgm:pt modelId="{CFCE2821-7921-1242-9C57-3E53CCF2C1E6}">
      <dgm:prSet phldrT="[Text]"/>
      <dgm:spPr/>
      <dgm:t>
        <a:bodyPr/>
        <a:lstStyle/>
        <a:p>
          <a:r>
            <a:rPr lang="en-US" dirty="0"/>
            <a:t>Integration</a:t>
          </a:r>
        </a:p>
      </dgm:t>
    </dgm:pt>
    <dgm:pt modelId="{3E0BD6CF-7C06-9C49-A1F7-6D82FCF9C88A}" type="parTrans" cxnId="{16C8E293-3F81-5A47-8B5F-110838BFF107}">
      <dgm:prSet/>
      <dgm:spPr/>
      <dgm:t>
        <a:bodyPr/>
        <a:lstStyle/>
        <a:p>
          <a:endParaRPr lang="en-US"/>
        </a:p>
      </dgm:t>
    </dgm:pt>
    <dgm:pt modelId="{73DA138F-C127-C44D-B7B0-EA9D4FB0D1EB}" type="sibTrans" cxnId="{16C8E293-3F81-5A47-8B5F-110838BFF107}">
      <dgm:prSet/>
      <dgm:spPr/>
      <dgm:t>
        <a:bodyPr/>
        <a:lstStyle/>
        <a:p>
          <a:endParaRPr lang="en-US"/>
        </a:p>
      </dgm:t>
    </dgm:pt>
    <dgm:pt modelId="{D799C958-9958-DF4D-AC0E-2C304CFC6EA4}">
      <dgm:prSet phldrT="[Text]"/>
      <dgm:spPr/>
      <dgm:t>
        <a:bodyPr/>
        <a:lstStyle/>
        <a:p>
          <a:r>
            <a:rPr lang="en-US" dirty="0"/>
            <a:t>Unit</a:t>
          </a:r>
        </a:p>
      </dgm:t>
    </dgm:pt>
    <dgm:pt modelId="{813B8C7A-13C2-A54A-94AE-C6F855B8FE55}" type="parTrans" cxnId="{5DD63F79-896C-CC4D-97C8-A41CCC821EC3}">
      <dgm:prSet/>
      <dgm:spPr/>
      <dgm:t>
        <a:bodyPr/>
        <a:lstStyle/>
        <a:p>
          <a:endParaRPr lang="en-US"/>
        </a:p>
      </dgm:t>
    </dgm:pt>
    <dgm:pt modelId="{EE3121B6-4925-D949-9954-B10D23CE4485}" type="sibTrans" cxnId="{5DD63F79-896C-CC4D-97C8-A41CCC821EC3}">
      <dgm:prSet/>
      <dgm:spPr/>
      <dgm:t>
        <a:bodyPr/>
        <a:lstStyle/>
        <a:p>
          <a:endParaRPr lang="en-US"/>
        </a:p>
      </dgm:t>
    </dgm:pt>
    <dgm:pt modelId="{D879B94F-5226-D247-ACB1-6195745EF3AC}" type="pres">
      <dgm:prSet presAssocID="{648399D7-12A9-1647-98D8-1261301617BE}" presName="Name0" presStyleCnt="0">
        <dgm:presLayoutVars>
          <dgm:dir/>
          <dgm:animLvl val="lvl"/>
          <dgm:resizeHandles val="exact"/>
        </dgm:presLayoutVars>
      </dgm:prSet>
      <dgm:spPr/>
    </dgm:pt>
    <dgm:pt modelId="{1D9195F5-DD6F-2D4C-B15A-AD971111F3A1}" type="pres">
      <dgm:prSet presAssocID="{A4ABED75-F7E4-B045-859D-3A0478A1E538}" presName="Name8" presStyleCnt="0"/>
      <dgm:spPr/>
    </dgm:pt>
    <dgm:pt modelId="{0DA2742F-3657-334C-91B0-C09422D102A0}" type="pres">
      <dgm:prSet presAssocID="{A4ABED75-F7E4-B045-859D-3A0478A1E538}" presName="level" presStyleLbl="node1" presStyleIdx="0" presStyleCnt="3">
        <dgm:presLayoutVars>
          <dgm:chMax val="1"/>
          <dgm:bulletEnabled val="1"/>
        </dgm:presLayoutVars>
      </dgm:prSet>
      <dgm:spPr/>
    </dgm:pt>
    <dgm:pt modelId="{A5AA2348-48E5-F647-A2F7-24BFCD43C1AF}" type="pres">
      <dgm:prSet presAssocID="{A4ABED75-F7E4-B045-859D-3A0478A1E53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0D55E02-AD37-074D-A684-F5954083E6F1}" type="pres">
      <dgm:prSet presAssocID="{CFCE2821-7921-1242-9C57-3E53CCF2C1E6}" presName="Name8" presStyleCnt="0"/>
      <dgm:spPr/>
    </dgm:pt>
    <dgm:pt modelId="{E0BE5782-C6BD-5D49-A60F-E68DF625A98E}" type="pres">
      <dgm:prSet presAssocID="{CFCE2821-7921-1242-9C57-3E53CCF2C1E6}" presName="level" presStyleLbl="node1" presStyleIdx="1" presStyleCnt="3">
        <dgm:presLayoutVars>
          <dgm:chMax val="1"/>
          <dgm:bulletEnabled val="1"/>
        </dgm:presLayoutVars>
      </dgm:prSet>
      <dgm:spPr/>
    </dgm:pt>
    <dgm:pt modelId="{6615CAAF-8E7A-3348-8809-CE39514A46BF}" type="pres">
      <dgm:prSet presAssocID="{CFCE2821-7921-1242-9C57-3E53CCF2C1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43C92B8-CDF7-8044-A79E-3E51DFE177A7}" type="pres">
      <dgm:prSet presAssocID="{D799C958-9958-DF4D-AC0E-2C304CFC6EA4}" presName="Name8" presStyleCnt="0"/>
      <dgm:spPr/>
    </dgm:pt>
    <dgm:pt modelId="{D99F6F25-CF5E-8241-9EA4-2E4DC785C6A1}" type="pres">
      <dgm:prSet presAssocID="{D799C958-9958-DF4D-AC0E-2C304CFC6EA4}" presName="level" presStyleLbl="node1" presStyleIdx="2" presStyleCnt="3">
        <dgm:presLayoutVars>
          <dgm:chMax val="1"/>
          <dgm:bulletEnabled val="1"/>
        </dgm:presLayoutVars>
      </dgm:prSet>
      <dgm:spPr/>
    </dgm:pt>
    <dgm:pt modelId="{3116C8B5-E85F-C947-B4F8-8CFC8299D7FA}" type="pres">
      <dgm:prSet presAssocID="{D799C958-9958-DF4D-AC0E-2C304CFC6EA4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31C0261-383A-AE48-BA82-A559041433B1}" type="presOf" srcId="{D799C958-9958-DF4D-AC0E-2C304CFC6EA4}" destId="{3116C8B5-E85F-C947-B4F8-8CFC8299D7FA}" srcOrd="1" destOrd="0" presId="urn:microsoft.com/office/officeart/2005/8/layout/pyramid1"/>
    <dgm:cxn modelId="{B95B6A62-A86F-8740-B13D-141BBE9EC8EC}" type="presOf" srcId="{CFCE2821-7921-1242-9C57-3E53CCF2C1E6}" destId="{6615CAAF-8E7A-3348-8809-CE39514A46BF}" srcOrd="1" destOrd="0" presId="urn:microsoft.com/office/officeart/2005/8/layout/pyramid1"/>
    <dgm:cxn modelId="{5DD63F79-896C-CC4D-97C8-A41CCC821EC3}" srcId="{648399D7-12A9-1647-98D8-1261301617BE}" destId="{D799C958-9958-DF4D-AC0E-2C304CFC6EA4}" srcOrd="2" destOrd="0" parTransId="{813B8C7A-13C2-A54A-94AE-C6F855B8FE55}" sibTransId="{EE3121B6-4925-D949-9954-B10D23CE4485}"/>
    <dgm:cxn modelId="{15F8E47D-E62B-5144-B220-1B989CA802BC}" type="presOf" srcId="{648399D7-12A9-1647-98D8-1261301617BE}" destId="{D879B94F-5226-D247-ACB1-6195745EF3AC}" srcOrd="0" destOrd="0" presId="urn:microsoft.com/office/officeart/2005/8/layout/pyramid1"/>
    <dgm:cxn modelId="{8EB1C290-0929-064B-917B-B279FDC3F82D}" type="presOf" srcId="{A4ABED75-F7E4-B045-859D-3A0478A1E538}" destId="{0DA2742F-3657-334C-91B0-C09422D102A0}" srcOrd="0" destOrd="0" presId="urn:microsoft.com/office/officeart/2005/8/layout/pyramid1"/>
    <dgm:cxn modelId="{16C8E293-3F81-5A47-8B5F-110838BFF107}" srcId="{648399D7-12A9-1647-98D8-1261301617BE}" destId="{CFCE2821-7921-1242-9C57-3E53CCF2C1E6}" srcOrd="1" destOrd="0" parTransId="{3E0BD6CF-7C06-9C49-A1F7-6D82FCF9C88A}" sibTransId="{73DA138F-C127-C44D-B7B0-EA9D4FB0D1EB}"/>
    <dgm:cxn modelId="{97474DA6-E027-E942-9627-D3CFE6A5F0D9}" type="presOf" srcId="{A4ABED75-F7E4-B045-859D-3A0478A1E538}" destId="{A5AA2348-48E5-F647-A2F7-24BFCD43C1AF}" srcOrd="1" destOrd="0" presId="urn:microsoft.com/office/officeart/2005/8/layout/pyramid1"/>
    <dgm:cxn modelId="{7AEA53AA-808A-6D43-8F8B-4F93AAC2A729}" type="presOf" srcId="{D799C958-9958-DF4D-AC0E-2C304CFC6EA4}" destId="{D99F6F25-CF5E-8241-9EA4-2E4DC785C6A1}" srcOrd="0" destOrd="0" presId="urn:microsoft.com/office/officeart/2005/8/layout/pyramid1"/>
    <dgm:cxn modelId="{519920DF-A308-594D-BBC6-4DBE51113F7A}" type="presOf" srcId="{CFCE2821-7921-1242-9C57-3E53CCF2C1E6}" destId="{E0BE5782-C6BD-5D49-A60F-E68DF625A98E}" srcOrd="0" destOrd="0" presId="urn:microsoft.com/office/officeart/2005/8/layout/pyramid1"/>
    <dgm:cxn modelId="{C50E19F2-0BE2-FF45-8958-9C57B259E665}" srcId="{648399D7-12A9-1647-98D8-1261301617BE}" destId="{A4ABED75-F7E4-B045-859D-3A0478A1E538}" srcOrd="0" destOrd="0" parTransId="{706E24FC-ED64-2440-A08E-DE73F8ED95E5}" sibTransId="{AD6F1F77-3D01-3C46-A161-CABBD049E346}"/>
    <dgm:cxn modelId="{E7591649-0645-BC4E-A5B1-451063FD3109}" type="presParOf" srcId="{D879B94F-5226-D247-ACB1-6195745EF3AC}" destId="{1D9195F5-DD6F-2D4C-B15A-AD971111F3A1}" srcOrd="0" destOrd="0" presId="urn:microsoft.com/office/officeart/2005/8/layout/pyramid1"/>
    <dgm:cxn modelId="{CFFDF8AE-D636-4C47-A980-00E10DD9349C}" type="presParOf" srcId="{1D9195F5-DD6F-2D4C-B15A-AD971111F3A1}" destId="{0DA2742F-3657-334C-91B0-C09422D102A0}" srcOrd="0" destOrd="0" presId="urn:microsoft.com/office/officeart/2005/8/layout/pyramid1"/>
    <dgm:cxn modelId="{58FFB3C7-5D9A-8F4C-BC4F-84E5B5A4C048}" type="presParOf" srcId="{1D9195F5-DD6F-2D4C-B15A-AD971111F3A1}" destId="{A5AA2348-48E5-F647-A2F7-24BFCD43C1AF}" srcOrd="1" destOrd="0" presId="urn:microsoft.com/office/officeart/2005/8/layout/pyramid1"/>
    <dgm:cxn modelId="{9E9DC06E-535F-384C-B7EF-67A03022B0CB}" type="presParOf" srcId="{D879B94F-5226-D247-ACB1-6195745EF3AC}" destId="{50D55E02-AD37-074D-A684-F5954083E6F1}" srcOrd="1" destOrd="0" presId="urn:microsoft.com/office/officeart/2005/8/layout/pyramid1"/>
    <dgm:cxn modelId="{76ED820F-9E76-7C40-B89E-FD216361B1E6}" type="presParOf" srcId="{50D55E02-AD37-074D-A684-F5954083E6F1}" destId="{E0BE5782-C6BD-5D49-A60F-E68DF625A98E}" srcOrd="0" destOrd="0" presId="urn:microsoft.com/office/officeart/2005/8/layout/pyramid1"/>
    <dgm:cxn modelId="{7645C8EF-75D2-174F-9F3D-11ECAF9D89FF}" type="presParOf" srcId="{50D55E02-AD37-074D-A684-F5954083E6F1}" destId="{6615CAAF-8E7A-3348-8809-CE39514A46BF}" srcOrd="1" destOrd="0" presId="urn:microsoft.com/office/officeart/2005/8/layout/pyramid1"/>
    <dgm:cxn modelId="{AD06BDE5-EAA4-EE4E-93D6-86A319B51A8E}" type="presParOf" srcId="{D879B94F-5226-D247-ACB1-6195745EF3AC}" destId="{343C92B8-CDF7-8044-A79E-3E51DFE177A7}" srcOrd="2" destOrd="0" presId="urn:microsoft.com/office/officeart/2005/8/layout/pyramid1"/>
    <dgm:cxn modelId="{E8930E72-5F81-AE46-8007-F8D8B75CA13F}" type="presParOf" srcId="{343C92B8-CDF7-8044-A79E-3E51DFE177A7}" destId="{D99F6F25-CF5E-8241-9EA4-2E4DC785C6A1}" srcOrd="0" destOrd="0" presId="urn:microsoft.com/office/officeart/2005/8/layout/pyramid1"/>
    <dgm:cxn modelId="{35FB0CB5-BA87-9745-802D-F9F4BEFBCC67}" type="presParOf" srcId="{343C92B8-CDF7-8044-A79E-3E51DFE177A7}" destId="{3116C8B5-E85F-C947-B4F8-8CFC8299D7FA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6A975A-550A-8F4A-A1D3-984AD1152A26}">
      <dsp:nvSpPr>
        <dsp:cNvPr id="0" name=""/>
        <dsp:cNvSpPr/>
      </dsp:nvSpPr>
      <dsp:spPr>
        <a:xfrm>
          <a:off x="0" y="1781334"/>
          <a:ext cx="1314449" cy="788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Design</a:t>
          </a:r>
        </a:p>
      </dsp:txBody>
      <dsp:txXfrm>
        <a:off x="23099" y="1804433"/>
        <a:ext cx="1268251" cy="742471"/>
      </dsp:txXfrm>
    </dsp:sp>
    <dsp:sp modelId="{2242D531-CCDB-1D4A-926B-944E06256EDE}">
      <dsp:nvSpPr>
        <dsp:cNvPr id="0" name=""/>
        <dsp:cNvSpPr/>
      </dsp:nvSpPr>
      <dsp:spPr>
        <a:xfrm>
          <a:off x="1445895" y="2012677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445895" y="2077874"/>
        <a:ext cx="195064" cy="195589"/>
      </dsp:txXfrm>
    </dsp:sp>
    <dsp:sp modelId="{1521DD62-5CEF-6D48-8BBA-2E96ED349529}">
      <dsp:nvSpPr>
        <dsp:cNvPr id="0" name=""/>
        <dsp:cNvSpPr/>
      </dsp:nvSpPr>
      <dsp:spPr>
        <a:xfrm>
          <a:off x="1840230" y="1781334"/>
          <a:ext cx="1314449" cy="78866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Code</a:t>
          </a:r>
        </a:p>
      </dsp:txBody>
      <dsp:txXfrm>
        <a:off x="1863329" y="1804433"/>
        <a:ext cx="1268251" cy="742471"/>
      </dsp:txXfrm>
    </dsp:sp>
    <dsp:sp modelId="{FA6116E7-0059-F04A-8A34-DBF025117CE6}">
      <dsp:nvSpPr>
        <dsp:cNvPr id="0" name=""/>
        <dsp:cNvSpPr/>
      </dsp:nvSpPr>
      <dsp:spPr>
        <a:xfrm>
          <a:off x="3286125" y="2012677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286125" y="2077874"/>
        <a:ext cx="195064" cy="195589"/>
      </dsp:txXfrm>
    </dsp:sp>
    <dsp:sp modelId="{67701344-6004-AE45-916C-3DD6E824587A}">
      <dsp:nvSpPr>
        <dsp:cNvPr id="0" name=""/>
        <dsp:cNvSpPr/>
      </dsp:nvSpPr>
      <dsp:spPr>
        <a:xfrm>
          <a:off x="3680460" y="1781334"/>
          <a:ext cx="1314449" cy="78866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Integrate</a:t>
          </a:r>
        </a:p>
      </dsp:txBody>
      <dsp:txXfrm>
        <a:off x="3703559" y="1804433"/>
        <a:ext cx="1268251" cy="742471"/>
      </dsp:txXfrm>
    </dsp:sp>
    <dsp:sp modelId="{13868FF7-4645-B245-A77A-1955027F7ED7}">
      <dsp:nvSpPr>
        <dsp:cNvPr id="0" name=""/>
        <dsp:cNvSpPr/>
      </dsp:nvSpPr>
      <dsp:spPr>
        <a:xfrm>
          <a:off x="5126355" y="2012677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5126355" y="2077874"/>
        <a:ext cx="195064" cy="195589"/>
      </dsp:txXfrm>
    </dsp:sp>
    <dsp:sp modelId="{8D70E8B7-E114-0C42-9D3B-6EB79BD62EE0}">
      <dsp:nvSpPr>
        <dsp:cNvPr id="0" name=""/>
        <dsp:cNvSpPr/>
      </dsp:nvSpPr>
      <dsp:spPr>
        <a:xfrm>
          <a:off x="5520690" y="1781334"/>
          <a:ext cx="1314449" cy="78866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Q/A</a:t>
          </a:r>
        </a:p>
      </dsp:txBody>
      <dsp:txXfrm>
        <a:off x="5543789" y="1804433"/>
        <a:ext cx="1268251" cy="742471"/>
      </dsp:txXfrm>
    </dsp:sp>
    <dsp:sp modelId="{4F759990-94BE-D940-A2FE-1F91BF6F1387}">
      <dsp:nvSpPr>
        <dsp:cNvPr id="0" name=""/>
        <dsp:cNvSpPr/>
      </dsp:nvSpPr>
      <dsp:spPr>
        <a:xfrm>
          <a:off x="6966585" y="2012677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6966585" y="2077874"/>
        <a:ext cx="195064" cy="195589"/>
      </dsp:txXfrm>
    </dsp:sp>
    <dsp:sp modelId="{5ED2C4A6-5C1D-C241-8D0C-1AC65AC14CC2}">
      <dsp:nvSpPr>
        <dsp:cNvPr id="0" name=""/>
        <dsp:cNvSpPr/>
      </dsp:nvSpPr>
      <dsp:spPr>
        <a:xfrm>
          <a:off x="7360920" y="1781334"/>
          <a:ext cx="1314449" cy="78866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Acceptance</a:t>
          </a:r>
        </a:p>
      </dsp:txBody>
      <dsp:txXfrm>
        <a:off x="7384019" y="1804433"/>
        <a:ext cx="1268251" cy="742471"/>
      </dsp:txXfrm>
    </dsp:sp>
    <dsp:sp modelId="{96A2D345-6694-DB4C-9170-94AF47152348}">
      <dsp:nvSpPr>
        <dsp:cNvPr id="0" name=""/>
        <dsp:cNvSpPr/>
      </dsp:nvSpPr>
      <dsp:spPr>
        <a:xfrm>
          <a:off x="8806814" y="2012677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8806814" y="2077874"/>
        <a:ext cx="195064" cy="195589"/>
      </dsp:txXfrm>
    </dsp:sp>
    <dsp:sp modelId="{F625400E-ABAA-CD43-9F83-2C38FD128A8A}">
      <dsp:nvSpPr>
        <dsp:cNvPr id="0" name=""/>
        <dsp:cNvSpPr/>
      </dsp:nvSpPr>
      <dsp:spPr>
        <a:xfrm>
          <a:off x="9201149" y="1781334"/>
          <a:ext cx="1314449" cy="788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Release</a:t>
          </a:r>
        </a:p>
      </dsp:txBody>
      <dsp:txXfrm>
        <a:off x="9224248" y="1804433"/>
        <a:ext cx="1268251" cy="7424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A2742F-3657-334C-91B0-C09422D102A0}">
      <dsp:nvSpPr>
        <dsp:cNvPr id="0" name=""/>
        <dsp:cNvSpPr/>
      </dsp:nvSpPr>
      <dsp:spPr>
        <a:xfrm>
          <a:off x="3505200" y="0"/>
          <a:ext cx="3505200" cy="1450446"/>
        </a:xfrm>
        <a:prstGeom prst="trapezoid">
          <a:avLst>
            <a:gd name="adj" fmla="val 120832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66040" rIns="66040" bIns="6604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UI</a:t>
          </a:r>
        </a:p>
      </dsp:txBody>
      <dsp:txXfrm>
        <a:off x="3505200" y="0"/>
        <a:ext cx="3505200" cy="1450446"/>
      </dsp:txXfrm>
    </dsp:sp>
    <dsp:sp modelId="{E0BE5782-C6BD-5D49-A60F-E68DF625A98E}">
      <dsp:nvSpPr>
        <dsp:cNvPr id="0" name=""/>
        <dsp:cNvSpPr/>
      </dsp:nvSpPr>
      <dsp:spPr>
        <a:xfrm>
          <a:off x="1752599" y="1450446"/>
          <a:ext cx="7010400" cy="1450446"/>
        </a:xfrm>
        <a:prstGeom prst="trapezoid">
          <a:avLst>
            <a:gd name="adj" fmla="val 120832"/>
          </a:avLst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66040" rIns="66040" bIns="6604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Integration</a:t>
          </a:r>
        </a:p>
      </dsp:txBody>
      <dsp:txXfrm>
        <a:off x="2979419" y="1450446"/>
        <a:ext cx="4556760" cy="1450446"/>
      </dsp:txXfrm>
    </dsp:sp>
    <dsp:sp modelId="{D99F6F25-CF5E-8241-9EA4-2E4DC785C6A1}">
      <dsp:nvSpPr>
        <dsp:cNvPr id="0" name=""/>
        <dsp:cNvSpPr/>
      </dsp:nvSpPr>
      <dsp:spPr>
        <a:xfrm>
          <a:off x="0" y="2900892"/>
          <a:ext cx="10515600" cy="1450446"/>
        </a:xfrm>
        <a:prstGeom prst="trapezoid">
          <a:avLst>
            <a:gd name="adj" fmla="val 120832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66040" rIns="66040" bIns="6604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Unit</a:t>
          </a:r>
        </a:p>
      </dsp:txBody>
      <dsp:txXfrm>
        <a:off x="1840229" y="2900892"/>
        <a:ext cx="6835140" cy="14504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A2742F-3657-334C-91B0-C09422D102A0}">
      <dsp:nvSpPr>
        <dsp:cNvPr id="0" name=""/>
        <dsp:cNvSpPr/>
      </dsp:nvSpPr>
      <dsp:spPr>
        <a:xfrm>
          <a:off x="1539788" y="0"/>
          <a:ext cx="1539788" cy="1076160"/>
        </a:xfrm>
        <a:prstGeom prst="trapezoid">
          <a:avLst>
            <a:gd name="adj" fmla="val 71541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UI</a:t>
          </a:r>
        </a:p>
      </dsp:txBody>
      <dsp:txXfrm>
        <a:off x="1539788" y="0"/>
        <a:ext cx="1539788" cy="1076160"/>
      </dsp:txXfrm>
    </dsp:sp>
    <dsp:sp modelId="{E0BE5782-C6BD-5D49-A60F-E68DF625A98E}">
      <dsp:nvSpPr>
        <dsp:cNvPr id="0" name=""/>
        <dsp:cNvSpPr/>
      </dsp:nvSpPr>
      <dsp:spPr>
        <a:xfrm>
          <a:off x="769894" y="1076160"/>
          <a:ext cx="3079577" cy="1076160"/>
        </a:xfrm>
        <a:prstGeom prst="trapezoid">
          <a:avLst>
            <a:gd name="adj" fmla="val 71541"/>
          </a:avLst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Integration</a:t>
          </a:r>
        </a:p>
      </dsp:txBody>
      <dsp:txXfrm>
        <a:off x="1308820" y="1076160"/>
        <a:ext cx="2001725" cy="1076160"/>
      </dsp:txXfrm>
    </dsp:sp>
    <dsp:sp modelId="{D99F6F25-CF5E-8241-9EA4-2E4DC785C6A1}">
      <dsp:nvSpPr>
        <dsp:cNvPr id="0" name=""/>
        <dsp:cNvSpPr/>
      </dsp:nvSpPr>
      <dsp:spPr>
        <a:xfrm>
          <a:off x="0" y="2152321"/>
          <a:ext cx="4619366" cy="1076160"/>
        </a:xfrm>
        <a:prstGeom prst="trapezoid">
          <a:avLst>
            <a:gd name="adj" fmla="val 71541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Unit</a:t>
          </a:r>
        </a:p>
      </dsp:txBody>
      <dsp:txXfrm>
        <a:off x="808389" y="2152321"/>
        <a:ext cx="3002587" cy="10761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11CBBD-FCCC-4341-9A07-9341F6C54581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856D82-A927-4CCE-B899-0E7A70652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283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79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F480F-CBEC-B512-EA2D-E93D678F3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CA61B0-6202-0288-9FED-7E59EC088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C569E-3D56-6695-83EF-5FE104951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910B0-EE90-E1DA-2115-13110C2457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96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53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6C81F0-0529-442A-BBA4-FF8482FC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63BEE5-16B9-49FB-9796-1C1CEB98D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51E8C6-357B-4AB9-A339-CA29792E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#NDCSydney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09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30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797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540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54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46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75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73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220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49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3FDC076-837C-4042-9E37-A6AC77A2DA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4764" y="6466371"/>
            <a:ext cx="41148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spc="300">
                <a:solidFill>
                  <a:schemeClr val="bg2">
                    <a:lumMod val="90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WWW.SOLLIANCE.NET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E53645C-5903-4266-A44E-8B2C581C1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466371"/>
            <a:ext cx="436355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90000"/>
                    <a:alpha val="6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EDA69EA-C13A-4190-8214-7C5F77F3E3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4720" r="38611" b="28728"/>
          <a:stretch/>
        </p:blipFill>
        <p:spPr>
          <a:xfrm>
            <a:off x="5302047" y="4077929"/>
            <a:ext cx="6889954" cy="2328551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2419D6B3-80B7-4F6E-B9C9-81A7A4E32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346076"/>
            <a:ext cx="10891838" cy="568324"/>
          </a:xfrm>
        </p:spPr>
        <p:txBody>
          <a:bodyPr/>
          <a:lstStyle/>
          <a:p>
            <a:r>
              <a:rPr lang="en-US" dirty="0"/>
              <a:t>Your Slide’s Title Goes Over Here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2EFC698-DF2C-4FAE-B0BA-72B15E3F62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2462" y="914400"/>
            <a:ext cx="10887076" cy="647700"/>
          </a:xfrm>
        </p:spPr>
        <p:txBody>
          <a:bodyPr anchor="t">
            <a:norm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 dirty="0"/>
              <a:t>Your Slide’s Sub-Title Goes Over Here.</a:t>
            </a:r>
          </a:p>
        </p:txBody>
      </p:sp>
    </p:spTree>
    <p:extLst>
      <p:ext uri="{BB962C8B-B14F-4D97-AF65-F5344CB8AC3E}">
        <p14:creationId xmlns:p14="http://schemas.microsoft.com/office/powerpoint/2010/main" val="3957090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3FDC076-837C-4042-9E37-A6AC77A2DA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4764" y="6466371"/>
            <a:ext cx="41148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spc="300">
                <a:solidFill>
                  <a:schemeClr val="bg2">
                    <a:lumMod val="90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WWW.SOLLIANCE.NET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E53645C-5903-4266-A44E-8B2C581C1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466371"/>
            <a:ext cx="436355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90000"/>
                    <a:alpha val="6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8841D4FC-A8F8-4FA8-8551-193387B6FD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346075"/>
            <a:ext cx="4725988" cy="568325"/>
          </a:xfrm>
        </p:spPr>
        <p:txBody>
          <a:bodyPr/>
          <a:lstStyle/>
          <a:p>
            <a:r>
              <a:rPr lang="en-US" dirty="0"/>
              <a:t>Your Slide’s Title Goes Over Here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4456497-3611-4399-97C0-82170F436F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2462" y="914400"/>
            <a:ext cx="4725988" cy="6477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1" dirty="0"/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</p:spTree>
    <p:extLst>
      <p:ext uri="{BB962C8B-B14F-4D97-AF65-F5344CB8AC3E}">
        <p14:creationId xmlns:p14="http://schemas.microsoft.com/office/powerpoint/2010/main" val="36521303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outdoor, night sky&#10;&#10;Description automatically generated">
            <a:extLst>
              <a:ext uri="{FF2B5EF4-FFF2-40B4-BE49-F238E27FC236}">
                <a16:creationId xmlns:a16="http://schemas.microsoft.com/office/drawing/2014/main" id="{CDB510F9-FB05-4561-81B8-0861D32E0D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55" t="864" r="985" b="5495"/>
          <a:stretch/>
        </p:blipFill>
        <p:spPr>
          <a:xfrm rot="16200000">
            <a:off x="7543387" y="1758056"/>
            <a:ext cx="6406672" cy="2890555"/>
          </a:xfrm>
          <a:prstGeom prst="rect">
            <a:avLst/>
          </a:prstGeom>
          <a:ln>
            <a:noFill/>
          </a:ln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48E99873-666C-4AE0-9DBF-67872B0950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5992" t="25341" r="30140" b="35938"/>
          <a:stretch/>
        </p:blipFill>
        <p:spPr>
          <a:xfrm>
            <a:off x="9296682" y="0"/>
            <a:ext cx="2895318" cy="49617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CBDF45-5062-4444-A0CE-24D3BCBA69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346076"/>
            <a:ext cx="7577137" cy="56832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F2E66214-CEC6-4398-A26E-9DADD4738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4764" y="6466371"/>
            <a:ext cx="41148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spc="300">
                <a:solidFill>
                  <a:schemeClr val="bg2">
                    <a:lumMod val="90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WWW.SOLLIANCE.NET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78CE9D4-F654-4339-B5BB-1A8F30D2C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466371"/>
            <a:ext cx="436355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90000"/>
                    <a:alpha val="6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2942FB-1695-4A3E-A0E5-22658DCD76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0" y="1828800"/>
            <a:ext cx="7577136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EA41A64-9B5D-4C3F-981F-9D2316DCD8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2462" y="914400"/>
            <a:ext cx="7577137" cy="6477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1" dirty="0"/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</p:spTree>
    <p:extLst>
      <p:ext uri="{BB962C8B-B14F-4D97-AF65-F5344CB8AC3E}">
        <p14:creationId xmlns:p14="http://schemas.microsoft.com/office/powerpoint/2010/main" val="498982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lu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6F556A8-4855-4EE1-841B-C9AFED9093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4764" y="6466371"/>
            <a:ext cx="41148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spc="300">
                <a:solidFill>
                  <a:schemeClr val="bg2">
                    <a:lumMod val="90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WWW.SOLLIANCE.NET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41FEBA7-B9AA-472B-BC5A-4E473F0F0E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466371"/>
            <a:ext cx="436355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90000"/>
                    <a:alpha val="6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06A1B3E-2140-4F42-921B-FEF64FC5DC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0" y="2905066"/>
            <a:ext cx="4912534" cy="30385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6A7657BF-5289-4569-94CE-7DEA5218EA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1828800"/>
            <a:ext cx="4912534" cy="795130"/>
          </a:xfrm>
        </p:spPr>
        <p:txBody>
          <a:bodyPr anchor="ctr">
            <a:norm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 dirty="0"/>
              <a:t>Your Sub-Title Can Go Over Here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589479AB-3D52-49BB-95E1-4744E0BDB0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31766" y="2905066"/>
            <a:ext cx="4912534" cy="30385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8E1FF0E-FE8D-4938-B0A8-2F4BCC2C8E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31766" y="1828800"/>
            <a:ext cx="4912534" cy="795130"/>
          </a:xfrm>
        </p:spPr>
        <p:txBody>
          <a:bodyPr anchor="ctr">
            <a:normAutofit/>
          </a:bodyPr>
          <a:lstStyle>
            <a:lvl1pPr marL="0" indent="0">
              <a:buNone/>
              <a:defRPr sz="18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Your Sub-Title Can Go Over Here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3CB47BD-083C-45C7-9D14-9E7B4A334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346076"/>
            <a:ext cx="10891838" cy="56832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C4CB1AE0-3C8D-4899-9141-839223F4FC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2462" y="914400"/>
            <a:ext cx="10891838" cy="6477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1" dirty="0"/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</p:spTree>
    <p:extLst>
      <p:ext uri="{BB962C8B-B14F-4D97-AF65-F5344CB8AC3E}">
        <p14:creationId xmlns:p14="http://schemas.microsoft.com/office/powerpoint/2010/main" val="191316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#</a:t>
            </a:r>
            <a:r>
              <a:rPr lang="en-US" dirty="0" err="1"/>
              <a:t>NDCSydney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716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3.xml"/><Relationship Id="rId7" Type="http://schemas.openxmlformats.org/officeDocument/2006/relationships/image" Target="../media/image7.tiff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6.xml"/><Relationship Id="rId7" Type="http://schemas.openxmlformats.org/officeDocument/2006/relationships/image" Target="../media/image7.tiff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61980" y="297700"/>
            <a:ext cx="11868040" cy="2387600"/>
          </a:xfrm>
        </p:spPr>
        <p:txBody>
          <a:bodyPr anchor="ctr">
            <a:noAutofit/>
          </a:bodyPr>
          <a:lstStyle/>
          <a:p>
            <a:r>
              <a:rPr lang="en-US" sz="6600" dirty="0">
                <a:solidFill>
                  <a:prstClr val="black"/>
                </a:solidFill>
              </a:rPr>
              <a:t>Building the Ultimate Safety Net with Integration Tests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2791005" y="2973694"/>
            <a:ext cx="6858000" cy="16557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Jimmy </a:t>
            </a:r>
            <a:r>
              <a:rPr lang="en-US" dirty="0" err="1"/>
              <a:t>Bogard</a:t>
            </a:r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  <a:p>
            <a:r>
              <a:rPr lang="en-US" dirty="0" err="1"/>
              <a:t>github.com</a:t>
            </a:r>
            <a:r>
              <a:rPr lang="en-US" dirty="0"/>
              <a:t>/jbogard</a:t>
            </a:r>
          </a:p>
          <a:p>
            <a:r>
              <a:rPr lang="en-US" dirty="0" err="1"/>
              <a:t>jimmybogard.com</a:t>
            </a:r>
            <a:endParaRPr lang="en-US" dirty="0"/>
          </a:p>
        </p:txBody>
      </p:sp>
      <p:pic>
        <p:nvPicPr>
          <p:cNvPr id="12" name="Picture 12" descr="AutoMappe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3252" y="5090270"/>
            <a:ext cx="3733800" cy="382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4125" y="5700843"/>
            <a:ext cx="1052054" cy="1052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F7B042-87ED-7972-19CA-354FB981A58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062" y="5090270"/>
            <a:ext cx="914400" cy="1447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83820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E3EE5-E9E0-51E2-BAD2-79DDA4D09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Test?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738D520-76A1-C55A-1E8A-1CFEAC196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69BF9-67EC-3A13-EBE2-B1C35655B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@jimmybogard.com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975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73131-4ED5-43CB-BC3C-730FC0B15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Shifting Left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95F24F-6704-4ACC-F4EB-CF3D3E023B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154779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8E6BC-0351-7472-BA0A-0481076D8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@jimmybogard.com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553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6562F-9E21-FAED-23F3-74E141DA9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Tests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48EF981-3297-5317-A87E-F83C531A24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950199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0EEF09-DEF0-27BB-5AE7-873D911E8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@jimmybogard.com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247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F36D9-42F1-A375-2E1E-8277EEAA0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Application 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8019E-895C-5F71-6CB5-92D8409F5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QuerySomethingFromDatabase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DoTheActualBusinessLogic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SaveTheThingToTheDatabase</a:t>
            </a:r>
            <a:r>
              <a:rPr lang="en-US" dirty="0"/>
              <a:t>();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014F1-5A6F-D9A6-FEBA-C3D680ECD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@jimmybogard.com</a:t>
            </a:r>
            <a:endParaRPr lang="en-US" dirty="0"/>
          </a:p>
        </p:txBody>
      </p:sp>
      <p:sp>
        <p:nvSpPr>
          <p:cNvPr id="6" name="Left Arrow 5">
            <a:extLst>
              <a:ext uri="{FF2B5EF4-FFF2-40B4-BE49-F238E27FC236}">
                <a16:creationId xmlns:a16="http://schemas.microsoft.com/office/drawing/2014/main" id="{640C1B9D-914C-843F-DC84-89F86AE24FA7}"/>
              </a:ext>
            </a:extLst>
          </p:cNvPr>
          <p:cNvSpPr/>
          <p:nvPr/>
        </p:nvSpPr>
        <p:spPr>
          <a:xfrm>
            <a:off x="8363465" y="3716337"/>
            <a:ext cx="2990335" cy="698157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Unit Testable</a:t>
            </a:r>
          </a:p>
        </p:txBody>
      </p:sp>
      <p:sp>
        <p:nvSpPr>
          <p:cNvPr id="7" name="Left Arrow 6">
            <a:extLst>
              <a:ext uri="{FF2B5EF4-FFF2-40B4-BE49-F238E27FC236}">
                <a16:creationId xmlns:a16="http://schemas.microsoft.com/office/drawing/2014/main" id="{19FF7CF8-1472-066A-88A4-D8D2C8D6E021}"/>
              </a:ext>
            </a:extLst>
          </p:cNvPr>
          <p:cNvSpPr/>
          <p:nvPr/>
        </p:nvSpPr>
        <p:spPr>
          <a:xfrm>
            <a:off x="8363463" y="2732419"/>
            <a:ext cx="2990335" cy="69815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Unit Testable</a:t>
            </a:r>
          </a:p>
        </p:txBody>
      </p:sp>
      <p:sp>
        <p:nvSpPr>
          <p:cNvPr id="8" name="Left Arrow 7">
            <a:extLst>
              <a:ext uri="{FF2B5EF4-FFF2-40B4-BE49-F238E27FC236}">
                <a16:creationId xmlns:a16="http://schemas.microsoft.com/office/drawing/2014/main" id="{74823F81-8D94-0C27-DC34-8C8731E08322}"/>
              </a:ext>
            </a:extLst>
          </p:cNvPr>
          <p:cNvSpPr/>
          <p:nvPr/>
        </p:nvSpPr>
        <p:spPr>
          <a:xfrm>
            <a:off x="8363464" y="1748502"/>
            <a:ext cx="2990335" cy="698157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Unit Testable</a:t>
            </a:r>
          </a:p>
        </p:txBody>
      </p:sp>
    </p:spTree>
    <p:extLst>
      <p:ext uri="{BB962C8B-B14F-4D97-AF65-F5344CB8AC3E}">
        <p14:creationId xmlns:p14="http://schemas.microsoft.com/office/powerpoint/2010/main" val="1583786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5FCAB-C7CF-ED16-2714-744C093A9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802DD-219D-A6CE-973A-D8C2E2C78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Application 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8C677-4541-C16E-7C40-131D06CD4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QuerySomethingFromDatabase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DoSomeLogic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GetAnotherThingFromDatabase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DoMoreLogic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SaveTheThingToTheDatabase</a:t>
            </a:r>
            <a:r>
              <a:rPr lang="en-US" dirty="0"/>
              <a:t>();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F15C8-B3F2-5B5F-B6D5-4321BE8CC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@jimmybogard.com</a:t>
            </a:r>
            <a:endParaRPr lang="en-US" dirty="0"/>
          </a:p>
        </p:txBody>
      </p:sp>
      <p:sp>
        <p:nvSpPr>
          <p:cNvPr id="5" name="Left Arrow 4">
            <a:extLst>
              <a:ext uri="{FF2B5EF4-FFF2-40B4-BE49-F238E27FC236}">
                <a16:creationId xmlns:a16="http://schemas.microsoft.com/office/drawing/2014/main" id="{C2DEC7EC-316D-DD49-3667-EF0673BA0A34}"/>
              </a:ext>
            </a:extLst>
          </p:cNvPr>
          <p:cNvSpPr/>
          <p:nvPr/>
        </p:nvSpPr>
        <p:spPr>
          <a:xfrm>
            <a:off x="8363465" y="2633565"/>
            <a:ext cx="2990335" cy="69815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Unit Testable</a:t>
            </a:r>
          </a:p>
        </p:txBody>
      </p:sp>
      <p:sp>
        <p:nvSpPr>
          <p:cNvPr id="6" name="Left Arrow 5">
            <a:extLst>
              <a:ext uri="{FF2B5EF4-FFF2-40B4-BE49-F238E27FC236}">
                <a16:creationId xmlns:a16="http://schemas.microsoft.com/office/drawing/2014/main" id="{EDFD4F23-6A13-26F1-3154-5B7A47D3D83C}"/>
              </a:ext>
            </a:extLst>
          </p:cNvPr>
          <p:cNvSpPr/>
          <p:nvPr/>
        </p:nvSpPr>
        <p:spPr>
          <a:xfrm>
            <a:off x="8363464" y="4511792"/>
            <a:ext cx="2990335" cy="69815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Unit Testable</a:t>
            </a:r>
          </a:p>
        </p:txBody>
      </p:sp>
      <p:sp>
        <p:nvSpPr>
          <p:cNvPr id="7" name="Left Arrow 6">
            <a:extLst>
              <a:ext uri="{FF2B5EF4-FFF2-40B4-BE49-F238E27FC236}">
                <a16:creationId xmlns:a16="http://schemas.microsoft.com/office/drawing/2014/main" id="{23F095B2-EE25-4195-9628-5AA8DAB0A8D2}"/>
              </a:ext>
            </a:extLst>
          </p:cNvPr>
          <p:cNvSpPr/>
          <p:nvPr/>
        </p:nvSpPr>
        <p:spPr>
          <a:xfrm>
            <a:off x="8363464" y="1748502"/>
            <a:ext cx="2990335" cy="698157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Unit Testable</a:t>
            </a:r>
          </a:p>
        </p:txBody>
      </p:sp>
      <p:sp>
        <p:nvSpPr>
          <p:cNvPr id="8" name="Left Arrow 7">
            <a:extLst>
              <a:ext uri="{FF2B5EF4-FFF2-40B4-BE49-F238E27FC236}">
                <a16:creationId xmlns:a16="http://schemas.microsoft.com/office/drawing/2014/main" id="{4DC0E246-B591-677F-9A9F-9381A12B885C}"/>
              </a:ext>
            </a:extLst>
          </p:cNvPr>
          <p:cNvSpPr/>
          <p:nvPr/>
        </p:nvSpPr>
        <p:spPr>
          <a:xfrm>
            <a:off x="8363463" y="3572678"/>
            <a:ext cx="2990335" cy="698157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Unit Testable</a:t>
            </a:r>
          </a:p>
        </p:txBody>
      </p:sp>
      <p:sp>
        <p:nvSpPr>
          <p:cNvPr id="9" name="Left Arrow 8">
            <a:extLst>
              <a:ext uri="{FF2B5EF4-FFF2-40B4-BE49-F238E27FC236}">
                <a16:creationId xmlns:a16="http://schemas.microsoft.com/office/drawing/2014/main" id="{22789788-8342-ED00-DD29-B265D9DDCBF2}"/>
              </a:ext>
            </a:extLst>
          </p:cNvPr>
          <p:cNvSpPr/>
          <p:nvPr/>
        </p:nvSpPr>
        <p:spPr>
          <a:xfrm>
            <a:off x="8363462" y="5396854"/>
            <a:ext cx="2990335" cy="698157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Unit Testable</a:t>
            </a:r>
          </a:p>
        </p:txBody>
      </p:sp>
    </p:spTree>
    <p:extLst>
      <p:ext uri="{BB962C8B-B14F-4D97-AF65-F5344CB8AC3E}">
        <p14:creationId xmlns:p14="http://schemas.microsoft.com/office/powerpoint/2010/main" val="3502000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406A1-826D-E011-7DD9-CE9D9E57A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BE02F-A416-1B5C-D8A2-CFE46DFA8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to compromise design to shoehorn unit tests</a:t>
            </a:r>
          </a:p>
          <a:p>
            <a:endParaRPr lang="en-US" dirty="0"/>
          </a:p>
          <a:p>
            <a:r>
              <a:rPr lang="en-US" dirty="0"/>
              <a:t>Our tests become brittle because we rely on mocking</a:t>
            </a:r>
          </a:p>
          <a:p>
            <a:endParaRPr lang="en-US" dirty="0"/>
          </a:p>
          <a:p>
            <a:r>
              <a:rPr lang="en-US" dirty="0"/>
              <a:t>Too many false positives/negatives</a:t>
            </a:r>
          </a:p>
          <a:p>
            <a:endParaRPr lang="en-US" dirty="0"/>
          </a:p>
          <a:p>
            <a:r>
              <a:rPr lang="en-US" dirty="0"/>
              <a:t>Destroyed confidence!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A4D6F-4957-0228-4458-F0CB817AC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@jimmybogard.com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552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B13A0-45A6-22FB-50AF-182F1191E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Testing to the Rescue!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6EC3C-F010-0605-E214-907EC67AF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4B88F-D54D-FB0E-B6E2-F98DA1F96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@jimmybogard.com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892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82F40-3880-F61B-762E-1E9AEDA44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Testing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82DB6-2D4A-739F-1BAB-F7D66398C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mocks!</a:t>
            </a:r>
          </a:p>
          <a:p>
            <a:endParaRPr lang="en-US" dirty="0"/>
          </a:p>
          <a:p>
            <a:r>
              <a:rPr lang="en-US" dirty="0"/>
              <a:t>Real direct dependencies</a:t>
            </a:r>
          </a:p>
          <a:p>
            <a:endParaRPr lang="en-US" dirty="0"/>
          </a:p>
          <a:p>
            <a:r>
              <a:rPr lang="en-US" dirty="0"/>
              <a:t>Fake what we can’t control (external dependencies)</a:t>
            </a:r>
          </a:p>
          <a:p>
            <a:endParaRPr lang="en-US" dirty="0"/>
          </a:p>
          <a:p>
            <a:r>
              <a:rPr lang="en-US" dirty="0"/>
              <a:t>Match “real-world” usage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83570-6E48-55BC-FEE1-C9E907F5B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@jimmybogard.com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084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AD5CF-5CDA-9CAA-DF68-55AD314ED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23515-B38A-4F41-6578-6CD30B0EB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7F821-8AC8-4969-4AAF-9A0467FE5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@jimmybogard.com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383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02CAAC8-D370-0456-8298-DF7997907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Move to Testing </a:t>
            </a:r>
            <a:r>
              <a:rPr lang="en-US" dirty="0"/>
              <a:t>Diamond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28943-4E38-5E1E-71A5-26B910559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@jimmybogard.com</a:t>
            </a:r>
            <a:endParaRPr lang="en-US" dirty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09FBC270-4CB9-5A7F-087A-86DD72329DEA}"/>
              </a:ext>
            </a:extLst>
          </p:cNvPr>
          <p:cNvSpPr/>
          <p:nvPr/>
        </p:nvSpPr>
        <p:spPr>
          <a:xfrm>
            <a:off x="7498493" y="2948481"/>
            <a:ext cx="3855307" cy="2150076"/>
          </a:xfrm>
          <a:prstGeom prst="hexagon">
            <a:avLst>
              <a:gd name="adj" fmla="val 50581"/>
              <a:gd name="vf" fmla="val 1154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Integration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C9D9D836-A895-6A28-A301-0CC1546E4504}"/>
              </a:ext>
            </a:extLst>
          </p:cNvPr>
          <p:cNvSpPr/>
          <p:nvPr/>
        </p:nvSpPr>
        <p:spPr>
          <a:xfrm>
            <a:off x="8585887" y="2071150"/>
            <a:ext cx="1692876" cy="877331"/>
          </a:xfrm>
          <a:prstGeom prst="triangl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UI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36D477BE-9AF1-5AF4-F2A7-7517CEBF51AC}"/>
              </a:ext>
            </a:extLst>
          </p:cNvPr>
          <p:cNvSpPr/>
          <p:nvPr/>
        </p:nvSpPr>
        <p:spPr>
          <a:xfrm rot="10800000">
            <a:off x="8579708" y="5098557"/>
            <a:ext cx="1692876" cy="877331"/>
          </a:xfrm>
          <a:prstGeom prst="triangl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9A7DEA-EF39-7A03-E8F5-3E22617D7AD4}"/>
              </a:ext>
            </a:extLst>
          </p:cNvPr>
          <p:cNvSpPr txBox="1"/>
          <p:nvPr/>
        </p:nvSpPr>
        <p:spPr>
          <a:xfrm>
            <a:off x="8991599" y="5167891"/>
            <a:ext cx="86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Unit</a:t>
            </a:r>
          </a:p>
        </p:txBody>
      </p:sp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800228F5-6C71-4C19-33EF-0DF9C7F3CF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216323"/>
              </p:ext>
            </p:extLst>
          </p:nvPr>
        </p:nvGraphicFramePr>
        <p:xfrm>
          <a:off x="385121" y="2303957"/>
          <a:ext cx="4619366" cy="3228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ight Arrow 10">
            <a:extLst>
              <a:ext uri="{FF2B5EF4-FFF2-40B4-BE49-F238E27FC236}">
                <a16:creationId xmlns:a16="http://schemas.microsoft.com/office/drawing/2014/main" id="{6513E463-902A-0E0F-E6E7-D8A4F450A690}"/>
              </a:ext>
            </a:extLst>
          </p:cNvPr>
          <p:cNvSpPr/>
          <p:nvPr/>
        </p:nvSpPr>
        <p:spPr>
          <a:xfrm>
            <a:off x="5414319" y="3693275"/>
            <a:ext cx="1674341" cy="6604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291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2C568-FEEB-E267-BCFD-1D4BF49FE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5CE3F-AEE0-1EB9-A150-6AF13EE70DD5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61980" y="297700"/>
            <a:ext cx="11868040" cy="2387600"/>
          </a:xfrm>
        </p:spPr>
        <p:txBody>
          <a:bodyPr anchor="ctr">
            <a:noAutofit/>
          </a:bodyPr>
          <a:lstStyle/>
          <a:p>
            <a:r>
              <a:rPr lang="en-US" sz="6600" dirty="0">
                <a:solidFill>
                  <a:prstClr val="black"/>
                </a:solidFill>
              </a:rPr>
              <a:t>Building the Ultimate Safety Net with Integration Tests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BCA364-C23F-0831-AE24-28A9CD583B4C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2791005" y="2973694"/>
            <a:ext cx="6858000" cy="16557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Jimmy </a:t>
            </a:r>
            <a:r>
              <a:rPr lang="en-US" dirty="0" err="1"/>
              <a:t>Bogard</a:t>
            </a:r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  <a:p>
            <a:r>
              <a:rPr lang="en-US" dirty="0" err="1"/>
              <a:t>github.com</a:t>
            </a:r>
            <a:r>
              <a:rPr lang="en-US" dirty="0"/>
              <a:t>/jbogard</a:t>
            </a:r>
          </a:p>
          <a:p>
            <a:r>
              <a:rPr lang="en-US" dirty="0" err="1"/>
              <a:t>jimmybogard.com</a:t>
            </a:r>
            <a:endParaRPr lang="en-US" dirty="0"/>
          </a:p>
        </p:txBody>
      </p:sp>
      <p:pic>
        <p:nvPicPr>
          <p:cNvPr id="12" name="Picture 12" descr="AutoMapper">
            <a:extLst>
              <a:ext uri="{FF2B5EF4-FFF2-40B4-BE49-F238E27FC236}">
                <a16:creationId xmlns:a16="http://schemas.microsoft.com/office/drawing/2014/main" id="{A76A5812-1DC7-7955-C5FB-8AD8B60E0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3252" y="5090270"/>
            <a:ext cx="3733800" cy="382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1A6BBB-6D49-1E02-57A3-4053B9138F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4125" y="5700843"/>
            <a:ext cx="1052054" cy="1052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D397F7-D17D-C059-46AB-6B19A0F910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062" y="5090270"/>
            <a:ext cx="914400" cy="1447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AA091D-0662-FC19-47D6-1F7CD039C6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0375" y="2685300"/>
            <a:ext cx="2304465" cy="230446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55335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LJKTtTuA1JYcmiIHNUWnZ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el361ATYxVn7CIhxUw3rP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GXR3BK6E2EUKvoPmRUH3b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LJKTtTuA1JYcmiIHNUWnZ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el361ATYxVn7CIhxUw3r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GXR3BK6E2EUKvoPmRUH3b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ucida Console">
      <a:majorFont>
        <a:latin typeface="Lucida Console"/>
        <a:ea typeface=""/>
        <a:cs typeface=""/>
      </a:majorFont>
      <a:minorFont>
        <a:latin typeface="Lucida Conso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66853</TotalTime>
  <Words>220</Words>
  <Application>Microsoft Macintosh PowerPoint</Application>
  <PresentationFormat>Widescreen</PresentationFormat>
  <Paragraphs>83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Lucida Console</vt:lpstr>
      <vt:lpstr>Office Theme</vt:lpstr>
      <vt:lpstr>Building the Ultimate Safety Net with Integration Tests</vt:lpstr>
      <vt:lpstr>Why Test?</vt:lpstr>
      <vt:lpstr>Shifting Left</vt:lpstr>
      <vt:lpstr>Types of Tests</vt:lpstr>
      <vt:lpstr>Simple Application Use Case</vt:lpstr>
      <vt:lpstr>Complex Application Use Case</vt:lpstr>
      <vt:lpstr>Unit Testing Challenges</vt:lpstr>
      <vt:lpstr>Integration Testing to the Rescue!</vt:lpstr>
      <vt:lpstr>Integration Testing Rules</vt:lpstr>
      <vt:lpstr>Demo</vt:lpstr>
      <vt:lpstr>Move to Testing Diamond</vt:lpstr>
      <vt:lpstr>Building the Ultimate Safety Net with Integration Tests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Conventionally Speaking</dc:title>
  <dc:creator>James Bogard</dc:creator>
  <cp:lastModifiedBy>Jimmy Bogard</cp:lastModifiedBy>
  <cp:revision>268</cp:revision>
  <dcterms:created xsi:type="dcterms:W3CDTF">2014-12-03T11:14:03Z</dcterms:created>
  <dcterms:modified xsi:type="dcterms:W3CDTF">2025-10-29T07:41:08Z</dcterms:modified>
</cp:coreProperties>
</file>