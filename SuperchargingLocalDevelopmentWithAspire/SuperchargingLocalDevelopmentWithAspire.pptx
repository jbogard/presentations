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92" r:id="rId2"/>
    <p:sldId id="305" r:id="rId3"/>
    <p:sldId id="306" r:id="rId4"/>
    <p:sldId id="307" r:id="rId5"/>
    <p:sldId id="308" r:id="rId6"/>
    <p:sldId id="309" r:id="rId7"/>
    <p:sldId id="310" r:id="rId8"/>
    <p:sldId id="311" r:id="rId9"/>
    <p:sldId id="30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49" autoAdjust="0"/>
    <p:restoredTop sz="96164" autoAdjust="0"/>
  </p:normalViewPr>
  <p:slideViewPr>
    <p:cSldViewPr snapToGrid="0">
      <p:cViewPr varScale="1">
        <p:scale>
          <a:sx n="122" d="100"/>
          <a:sy n="122" d="100"/>
        </p:scale>
        <p:origin x="4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11CBBD-FCCC-4341-9A07-9341F6C54581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856D82-A927-4CCE-B899-0E7A70652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283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79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4EFBF-243E-D47D-EA52-21A7EF71F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907439-3C30-458D-3D76-4B10E1A93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492FC-1BD3-0FD7-3505-47A6C8769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39CC0-3D03-8B7C-1E9F-6A1F07F9C7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241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53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6C81F0-0529-442A-BBA4-FF8482FC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63BEE5-16B9-49FB-9796-1C1CEB98D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51E8C6-357B-4AB9-A339-CA29792E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#NDCSydney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09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30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797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540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654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46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575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73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220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490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3FDC076-837C-4042-9E37-A6AC77A2DA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4764" y="6466371"/>
            <a:ext cx="41148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spc="300">
                <a:solidFill>
                  <a:schemeClr val="bg2">
                    <a:lumMod val="90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WWW.SOLLIANCE.NET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E53645C-5903-4266-A44E-8B2C581C1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466371"/>
            <a:ext cx="436355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2">
                    <a:lumMod val="90000"/>
                    <a:alpha val="6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EDA69EA-C13A-4190-8214-7C5F77F3E3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4720" r="38611" b="28728"/>
          <a:stretch/>
        </p:blipFill>
        <p:spPr>
          <a:xfrm>
            <a:off x="5302047" y="4077929"/>
            <a:ext cx="6889954" cy="2328551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2419D6B3-80B7-4F6E-B9C9-81A7A4E32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346076"/>
            <a:ext cx="10891838" cy="568324"/>
          </a:xfrm>
        </p:spPr>
        <p:txBody>
          <a:bodyPr/>
          <a:lstStyle/>
          <a:p>
            <a:r>
              <a:rPr lang="en-US" dirty="0"/>
              <a:t>Your Slide’s Title Goes Over Here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2EFC698-DF2C-4FAE-B0BA-72B15E3F62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2462" y="914400"/>
            <a:ext cx="10887076" cy="647700"/>
          </a:xfrm>
        </p:spPr>
        <p:txBody>
          <a:bodyPr anchor="t">
            <a:norm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 dirty="0"/>
              <a:t>Your Slide’s Sub-Title Goes Over Here.</a:t>
            </a:r>
          </a:p>
        </p:txBody>
      </p:sp>
    </p:spTree>
    <p:extLst>
      <p:ext uri="{BB962C8B-B14F-4D97-AF65-F5344CB8AC3E}">
        <p14:creationId xmlns:p14="http://schemas.microsoft.com/office/powerpoint/2010/main" val="3957090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3FDC076-837C-4042-9E37-A6AC77A2DA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4764" y="6466371"/>
            <a:ext cx="41148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spc="300">
                <a:solidFill>
                  <a:schemeClr val="bg2">
                    <a:lumMod val="90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WWW.SOLLIANCE.NET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E53645C-5903-4266-A44E-8B2C581C1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466371"/>
            <a:ext cx="436355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2">
                    <a:lumMod val="90000"/>
                    <a:alpha val="6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8841D4FC-A8F8-4FA8-8551-193387B6FD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346075"/>
            <a:ext cx="4725988" cy="568325"/>
          </a:xfrm>
        </p:spPr>
        <p:txBody>
          <a:bodyPr/>
          <a:lstStyle/>
          <a:p>
            <a:r>
              <a:rPr lang="en-US" dirty="0"/>
              <a:t>Your Slide’s Title Goes Over Here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4456497-3611-4399-97C0-82170F436F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2462" y="914400"/>
            <a:ext cx="4725988" cy="6477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1" dirty="0"/>
            </a:lvl1pPr>
          </a:lstStyle>
          <a:p>
            <a:pPr marL="228600" lvl="0" indent="-228600"/>
            <a:r>
              <a:rPr lang="en-US" dirty="0"/>
              <a:t>Your Slide’s Sub-Title Goes Over Here.</a:t>
            </a:r>
          </a:p>
        </p:txBody>
      </p:sp>
    </p:spTree>
    <p:extLst>
      <p:ext uri="{BB962C8B-B14F-4D97-AF65-F5344CB8AC3E}">
        <p14:creationId xmlns:p14="http://schemas.microsoft.com/office/powerpoint/2010/main" val="36521303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outdoor, night sky&#10;&#10;Description automatically generated">
            <a:extLst>
              <a:ext uri="{FF2B5EF4-FFF2-40B4-BE49-F238E27FC236}">
                <a16:creationId xmlns:a16="http://schemas.microsoft.com/office/drawing/2014/main" id="{CDB510F9-FB05-4561-81B8-0861D32E0D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55" t="864" r="985" b="5495"/>
          <a:stretch/>
        </p:blipFill>
        <p:spPr>
          <a:xfrm rot="16200000">
            <a:off x="7543387" y="1758056"/>
            <a:ext cx="6406672" cy="2890555"/>
          </a:xfrm>
          <a:prstGeom prst="rect">
            <a:avLst/>
          </a:prstGeom>
          <a:ln>
            <a:noFill/>
          </a:ln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48E99873-666C-4AE0-9DBF-67872B0950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5992" t="25341" r="30140" b="35938"/>
          <a:stretch/>
        </p:blipFill>
        <p:spPr>
          <a:xfrm>
            <a:off x="9296682" y="0"/>
            <a:ext cx="2895318" cy="49617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CBDF45-5062-4444-A0CE-24D3BCBA69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346076"/>
            <a:ext cx="7577137" cy="56832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F2E66214-CEC6-4398-A26E-9DADD4738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4764" y="6466371"/>
            <a:ext cx="41148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spc="300">
                <a:solidFill>
                  <a:schemeClr val="bg2">
                    <a:lumMod val="90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WWW.SOLLIANCE.NET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78CE9D4-F654-4339-B5BB-1A8F30D2C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466371"/>
            <a:ext cx="436355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2">
                    <a:lumMod val="90000"/>
                    <a:alpha val="6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2942FB-1695-4A3E-A0E5-22658DCD76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0" y="1828800"/>
            <a:ext cx="7577136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6EA41A64-9B5D-4C3F-981F-9D2316DCD8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2462" y="914400"/>
            <a:ext cx="7577137" cy="6477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1" dirty="0"/>
            </a:lvl1pPr>
          </a:lstStyle>
          <a:p>
            <a:pPr marL="228600" lvl="0" indent="-228600"/>
            <a:r>
              <a:rPr lang="en-US" dirty="0"/>
              <a:t>Your Slide’s Sub-Title Goes Over Here.</a:t>
            </a:r>
          </a:p>
        </p:txBody>
      </p:sp>
    </p:spTree>
    <p:extLst>
      <p:ext uri="{BB962C8B-B14F-4D97-AF65-F5344CB8AC3E}">
        <p14:creationId xmlns:p14="http://schemas.microsoft.com/office/powerpoint/2010/main" val="4989824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Colu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6F556A8-4855-4EE1-841B-C9AFED9093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4764" y="6466371"/>
            <a:ext cx="41148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spc="300">
                <a:solidFill>
                  <a:schemeClr val="bg2">
                    <a:lumMod val="90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WWW.SOLLIANCE.NET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41FEBA7-B9AA-472B-BC5A-4E473F0F0E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466371"/>
            <a:ext cx="436355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2">
                    <a:lumMod val="90000"/>
                    <a:alpha val="6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06A1B3E-2140-4F42-921B-FEF64FC5DC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0" y="2905066"/>
            <a:ext cx="4912534" cy="30385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6A7657BF-5289-4569-94CE-7DEA5218EA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1828800"/>
            <a:ext cx="4912534" cy="795130"/>
          </a:xfrm>
        </p:spPr>
        <p:txBody>
          <a:bodyPr anchor="ctr">
            <a:norm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 dirty="0"/>
              <a:t>Your Sub-Title Can Go Over Here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589479AB-3D52-49BB-95E1-4744E0BDB0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31766" y="2905066"/>
            <a:ext cx="4912534" cy="30385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8E1FF0E-FE8D-4938-B0A8-2F4BCC2C8E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31766" y="1828800"/>
            <a:ext cx="4912534" cy="795130"/>
          </a:xfrm>
        </p:spPr>
        <p:txBody>
          <a:bodyPr anchor="ctr">
            <a:normAutofit/>
          </a:bodyPr>
          <a:lstStyle>
            <a:lvl1pPr marL="0" indent="0">
              <a:buNone/>
              <a:defRPr sz="18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Your Sub-Title Can Go Over Here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3CB47BD-083C-45C7-9D14-9E7B4A3342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346076"/>
            <a:ext cx="10891838" cy="56832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C4CB1AE0-3C8D-4899-9141-839223F4FC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2462" y="914400"/>
            <a:ext cx="10891838" cy="6477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1" dirty="0"/>
            </a:lvl1pPr>
          </a:lstStyle>
          <a:p>
            <a:pPr marL="228600" lvl="0" indent="-228600"/>
            <a:r>
              <a:rPr lang="en-US" dirty="0"/>
              <a:t>Your Slide’s Sub-Title Goes Over Here.</a:t>
            </a:r>
          </a:p>
        </p:txBody>
      </p:sp>
    </p:spTree>
    <p:extLst>
      <p:ext uri="{BB962C8B-B14F-4D97-AF65-F5344CB8AC3E}">
        <p14:creationId xmlns:p14="http://schemas.microsoft.com/office/powerpoint/2010/main" val="191316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#</a:t>
            </a:r>
            <a:r>
              <a:rPr lang="en-US" dirty="0" err="1"/>
              <a:t>NDCSydney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716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3.xml"/><Relationship Id="rId7" Type="http://schemas.openxmlformats.org/officeDocument/2006/relationships/image" Target="../media/image7.tiff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6.xml"/><Relationship Id="rId7" Type="http://schemas.openxmlformats.org/officeDocument/2006/relationships/image" Target="../media/image7.tiff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322757" y="297700"/>
            <a:ext cx="9546486" cy="2387600"/>
          </a:xfrm>
        </p:spPr>
        <p:txBody>
          <a:bodyPr anchor="ctr">
            <a:noAutofit/>
          </a:bodyPr>
          <a:lstStyle/>
          <a:p>
            <a:r>
              <a:rPr lang="en-US" sz="6600" dirty="0">
                <a:solidFill>
                  <a:prstClr val="black"/>
                </a:solidFill>
              </a:rPr>
              <a:t>Supercharging Local Development with Aspire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2791005" y="2973694"/>
            <a:ext cx="6858000" cy="16557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Jimmy </a:t>
            </a:r>
            <a:r>
              <a:rPr lang="en-US" dirty="0" err="1"/>
              <a:t>Bogard</a:t>
            </a:r>
            <a:endParaRPr lang="en-US" dirty="0"/>
          </a:p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  <a:p>
            <a:r>
              <a:rPr lang="en-US" dirty="0" err="1"/>
              <a:t>github.com</a:t>
            </a:r>
            <a:r>
              <a:rPr lang="en-US" dirty="0"/>
              <a:t>/jbogard</a:t>
            </a:r>
          </a:p>
          <a:p>
            <a:r>
              <a:rPr lang="en-US" dirty="0" err="1"/>
              <a:t>jimmybogard.com</a:t>
            </a:r>
            <a:endParaRPr lang="en-US" dirty="0"/>
          </a:p>
        </p:txBody>
      </p:sp>
      <p:pic>
        <p:nvPicPr>
          <p:cNvPr id="12" name="Picture 12" descr="AutoMappe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3252" y="5090270"/>
            <a:ext cx="3733800" cy="382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4125" y="5700843"/>
            <a:ext cx="1052054" cy="10520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F7B042-87ED-7972-19CA-354FB981A58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062" y="5090270"/>
            <a:ext cx="914400" cy="1447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83820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8DAFB-2505-9756-0DF1-498E3D3A8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tale as old as time…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FB1D8-DB67-F756-A5EF-34B02AA56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3BCA0-4674-A978-7E1A-6D16C1EB3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@jimmybogard.com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695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A0047-9EDA-BA7B-4E24-32C037BCC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your TTLS?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60381-D698-9E7E-0177-77F58D6C8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Login Screen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FADE6-C6FA-CE0E-B91A-7FF6D06B4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@jimmybogard.com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584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D8935-4419-D7BA-5AD7-A30B75558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Aspire?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8F19D-7231-636C-8B52-1B42B87B5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990E5-0357-6DC4-F9D3-DA40DEDFA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@jimmybogard.com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648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0F018-FA2C-0AD7-23E5-C921DA147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“Aspire streamlines building, running, debugging, and deploying distributed apps.”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D5BC2-CB18-4DE3-480B-93131C7FD5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docs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61A68-0D00-2601-D691-AB8415DB4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@jimmybogard.com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6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D00B8-FC22-25D1-ECF1-3984AD754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0D836-6529-DEA2-A11A-8DDD83F28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“Aspire streamlines building, running, debugging, </a:t>
            </a:r>
            <a:r>
              <a:rPr lang="en-US" strike="sngStrike" dirty="0"/>
              <a:t>and deploying</a:t>
            </a:r>
            <a:r>
              <a:rPr lang="en-US" dirty="0"/>
              <a:t> distributed apps.”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84A62-CBC3-C018-79FD-20A0CF968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CD23D-16DC-A958-97C4-AC40558C2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@jimmybogard.com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033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8A49E-D5D3-CBAC-4F3F-2F6F08427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811E9-207B-BAB7-A6DC-61FE2B2EE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“Aspire streamlines building, running, debugging, </a:t>
            </a:r>
            <a:r>
              <a:rPr lang="en-US" strike="sngStrike" dirty="0"/>
              <a:t>and deploying</a:t>
            </a:r>
            <a:r>
              <a:rPr lang="en-US" dirty="0"/>
              <a:t> </a:t>
            </a:r>
            <a:r>
              <a:rPr lang="en-US" strike="sngStrike" dirty="0"/>
              <a:t>distributed</a:t>
            </a:r>
            <a:r>
              <a:rPr lang="en-US" dirty="0"/>
              <a:t> apps </a:t>
            </a:r>
            <a:r>
              <a:rPr lang="en-US" b="1" dirty="0"/>
              <a:t>of all shapes and sizes</a:t>
            </a:r>
            <a:r>
              <a:rPr lang="en-US" dirty="0"/>
              <a:t>.”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8F780-C7EE-F28F-EABB-D643A49E8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Me again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CB307-ED90-F2F2-CD5B-DC212EFFD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@jimmybogard.com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629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547F6-C979-E1BD-712F-40273EF1F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50E0B-CF35-93E4-FA92-A370110D6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83BC6-5042-602D-A736-24489942C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@jimmybogard.com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854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D5A94-FE9D-3C9B-3162-67E9424CD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13854-A4EA-D3AB-468C-49638BD15289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322757" y="297700"/>
            <a:ext cx="9546486" cy="2387600"/>
          </a:xfrm>
        </p:spPr>
        <p:txBody>
          <a:bodyPr anchor="ctr">
            <a:noAutofit/>
          </a:bodyPr>
          <a:lstStyle/>
          <a:p>
            <a:r>
              <a:rPr lang="en-US" sz="6600" dirty="0">
                <a:solidFill>
                  <a:prstClr val="black"/>
                </a:solidFill>
              </a:rPr>
              <a:t>Supercharging Local Development with Aspire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EBDBA7-4F51-4983-E207-7879217DC93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2791005" y="2973694"/>
            <a:ext cx="6858000" cy="16557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Jimmy </a:t>
            </a:r>
            <a:r>
              <a:rPr lang="en-US" dirty="0" err="1"/>
              <a:t>Bogard</a:t>
            </a:r>
            <a:endParaRPr lang="en-US" dirty="0"/>
          </a:p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  <a:p>
            <a:r>
              <a:rPr lang="en-US" dirty="0" err="1"/>
              <a:t>github.com</a:t>
            </a:r>
            <a:r>
              <a:rPr lang="en-US" dirty="0"/>
              <a:t>/jbogard</a:t>
            </a:r>
          </a:p>
          <a:p>
            <a:r>
              <a:rPr lang="en-US" dirty="0" err="1"/>
              <a:t>jimmybogard.com</a:t>
            </a:r>
            <a:endParaRPr lang="en-US" dirty="0"/>
          </a:p>
        </p:txBody>
      </p:sp>
      <p:pic>
        <p:nvPicPr>
          <p:cNvPr id="12" name="Picture 12" descr="AutoMapper">
            <a:extLst>
              <a:ext uri="{FF2B5EF4-FFF2-40B4-BE49-F238E27FC236}">
                <a16:creationId xmlns:a16="http://schemas.microsoft.com/office/drawing/2014/main" id="{20C0FBC3-0D47-D4E6-24E3-E5279FCB8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3252" y="5090270"/>
            <a:ext cx="3733800" cy="382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8A311F-2473-DD6E-91AF-DACFACFA4A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4125" y="5700843"/>
            <a:ext cx="1052054" cy="10520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FE868D-A59F-7E17-C5F8-73ECDDAF8AC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062" y="5090270"/>
            <a:ext cx="914400" cy="1447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991276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LJKTtTuA1JYcmiIHNUWnZ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el361ATYxVn7CIhxUw3rP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GXR3BK6E2EUKvoPmRUH3b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LJKTtTuA1JYcmiIHNUWnZ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el361ATYxVn7CIhxUw3r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GXR3BK6E2EUKvoPmRUH3b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ucida Console">
      <a:majorFont>
        <a:latin typeface="Lucida Console"/>
        <a:ea typeface=""/>
        <a:cs typeface=""/>
      </a:majorFont>
      <a:minorFont>
        <a:latin typeface="Lucida Conso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69445</TotalTime>
  <Words>143</Words>
  <Application>Microsoft Macintosh PowerPoint</Application>
  <PresentationFormat>Widescreen</PresentationFormat>
  <Paragraphs>30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Lucida Console</vt:lpstr>
      <vt:lpstr>Office Theme</vt:lpstr>
      <vt:lpstr>Supercharging Local Development with Aspire</vt:lpstr>
      <vt:lpstr>A tale as old as time…</vt:lpstr>
      <vt:lpstr>What’s your TTLS?</vt:lpstr>
      <vt:lpstr>What is Aspire?</vt:lpstr>
      <vt:lpstr>“Aspire streamlines building, running, debugging, and deploying distributed apps.”</vt:lpstr>
      <vt:lpstr>“Aspire streamlines building, running, debugging, and deploying distributed apps.”</vt:lpstr>
      <vt:lpstr>“Aspire streamlines building, running, debugging, and deploying distributed apps of all shapes and sizes.”</vt:lpstr>
      <vt:lpstr>Demo</vt:lpstr>
      <vt:lpstr>Supercharging Local Development with Aspire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Conventionally Speaking</dc:title>
  <dc:creator>James Bogard</dc:creator>
  <cp:lastModifiedBy>Jimmy Bogard</cp:lastModifiedBy>
  <cp:revision>275</cp:revision>
  <dcterms:created xsi:type="dcterms:W3CDTF">2014-12-03T11:14:03Z</dcterms:created>
  <dcterms:modified xsi:type="dcterms:W3CDTF">2026-01-29T16:50:21Z</dcterms:modified>
</cp:coreProperties>
</file>